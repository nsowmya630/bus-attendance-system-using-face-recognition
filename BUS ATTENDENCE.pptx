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1"/>
    <p:sldId id="264" r:id="rId12"/>
    <p:sldId id="265" r:id="rId13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43" d="100"/>
          <a:sy n="43" d="100"/>
        </p:scale>
        <p:origin x="700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3A4015-34FD-4057-A42A-CC82FD5C6A2F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DC8F13-AE2B-4646-A2B8-94309346DAA5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DC8F13-AE2B-4646-A2B8-94309346DAA5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0" b="0" i="0">
                <a:solidFill>
                  <a:schemeClr val="tx1"/>
                </a:solidFill>
                <a:latin typeface="Arial Black" panose="020B0A04020102020204"/>
                <a:cs typeface="Arial Black" panose="020B0A040201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Lucida Sans Unicode" panose="020B0602030504020204"/>
                <a:cs typeface="Lucida Sans Unicode" panose="020B0602030504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00" b="0" i="0">
                <a:solidFill>
                  <a:schemeClr val="tx1"/>
                </a:solidFill>
                <a:latin typeface="Arial Black" panose="020B0A04020102020204"/>
                <a:cs typeface="Arial Black" panose="020B0A040201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Lucida Sans Unicode" panose="020B0602030504020204"/>
                <a:cs typeface="Lucida Sans Unicode" panose="020B0602030504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00" b="0" i="0">
                <a:solidFill>
                  <a:schemeClr val="tx1"/>
                </a:solidFill>
                <a:latin typeface="Arial Black" panose="020B0A04020102020204"/>
                <a:cs typeface="Arial Black" panose="020B0A040201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00" b="0" i="0">
                <a:solidFill>
                  <a:schemeClr val="tx1"/>
                </a:solidFill>
                <a:latin typeface="Arial Black" panose="020B0A04020102020204"/>
                <a:cs typeface="Arial Black" panose="020B0A040201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98999" y="1275572"/>
            <a:ext cx="9745345" cy="16267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0" b="0" i="0">
                <a:solidFill>
                  <a:schemeClr val="tx1"/>
                </a:solidFill>
                <a:latin typeface="Arial Black" panose="020B0A04020102020204"/>
                <a:cs typeface="Arial Black" panose="020B0A040201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35470" y="3618827"/>
            <a:ext cx="8295005" cy="4845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Lucida Sans Unicode" panose="020B0602030504020204"/>
                <a:cs typeface="Lucida Sans Unicode" panose="020B0602030504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png"/><Relationship Id="rId8" Type="http://schemas.openxmlformats.org/officeDocument/2006/relationships/image" Target="../media/image15.png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7.png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png"/><Relationship Id="rId2" Type="http://schemas.openxmlformats.org/officeDocument/2006/relationships/image" Target="../media/image23.jpeg"/><Relationship Id="rId1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jpeg"/><Relationship Id="rId1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1.png"/><Relationship Id="rId3" Type="http://schemas.openxmlformats.org/officeDocument/2006/relationships/image" Target="../media/image30.jpe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0.png"/><Relationship Id="rId3" Type="http://schemas.openxmlformats.org/officeDocument/2006/relationships/image" Target="../media/image34.jpeg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8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2967567"/>
            <a:ext cx="1437620" cy="434976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96187" y="0"/>
            <a:ext cx="7691811" cy="10287000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7807811" y="8918693"/>
            <a:ext cx="2672715" cy="676275"/>
          </a:xfrm>
          <a:custGeom>
            <a:avLst/>
            <a:gdLst/>
            <a:ahLst/>
            <a:cxnLst/>
            <a:rect l="l" t="t" r="r" b="b"/>
            <a:pathLst>
              <a:path w="2672715" h="676275">
                <a:moveTo>
                  <a:pt x="2635715" y="676275"/>
                </a:moveTo>
                <a:lnTo>
                  <a:pt x="2607518" y="676275"/>
                </a:lnTo>
                <a:lnTo>
                  <a:pt x="2601959" y="675151"/>
                </a:lnTo>
                <a:lnTo>
                  <a:pt x="2585898" y="664319"/>
                </a:lnTo>
                <a:lnTo>
                  <a:pt x="2575065" y="648258"/>
                </a:lnTo>
                <a:lnTo>
                  <a:pt x="2571091" y="628599"/>
                </a:lnTo>
                <a:lnTo>
                  <a:pt x="2575065" y="608941"/>
                </a:lnTo>
                <a:lnTo>
                  <a:pt x="2585898" y="592881"/>
                </a:lnTo>
                <a:lnTo>
                  <a:pt x="2601959" y="582049"/>
                </a:lnTo>
                <a:lnTo>
                  <a:pt x="2621617" y="578076"/>
                </a:lnTo>
                <a:lnTo>
                  <a:pt x="2641275" y="582049"/>
                </a:lnTo>
                <a:lnTo>
                  <a:pt x="2657336" y="592881"/>
                </a:lnTo>
                <a:lnTo>
                  <a:pt x="2668169" y="608941"/>
                </a:lnTo>
                <a:lnTo>
                  <a:pt x="2672142" y="628599"/>
                </a:lnTo>
                <a:lnTo>
                  <a:pt x="2668169" y="648258"/>
                </a:lnTo>
                <a:lnTo>
                  <a:pt x="2657336" y="664319"/>
                </a:lnTo>
                <a:lnTo>
                  <a:pt x="2641275" y="675151"/>
                </a:lnTo>
                <a:lnTo>
                  <a:pt x="2635715" y="676275"/>
                </a:lnTo>
                <a:close/>
              </a:path>
              <a:path w="2672715" h="676275">
                <a:moveTo>
                  <a:pt x="64624" y="676275"/>
                </a:moveTo>
                <a:lnTo>
                  <a:pt x="36427" y="676275"/>
                </a:lnTo>
                <a:lnTo>
                  <a:pt x="30867" y="675151"/>
                </a:lnTo>
                <a:lnTo>
                  <a:pt x="14806" y="664319"/>
                </a:lnTo>
                <a:lnTo>
                  <a:pt x="3973" y="648258"/>
                </a:lnTo>
                <a:lnTo>
                  <a:pt x="0" y="628599"/>
                </a:lnTo>
                <a:lnTo>
                  <a:pt x="3973" y="608941"/>
                </a:lnTo>
                <a:lnTo>
                  <a:pt x="14806" y="592881"/>
                </a:lnTo>
                <a:lnTo>
                  <a:pt x="30867" y="582049"/>
                </a:lnTo>
                <a:lnTo>
                  <a:pt x="50525" y="578076"/>
                </a:lnTo>
                <a:lnTo>
                  <a:pt x="70183" y="582049"/>
                </a:lnTo>
                <a:lnTo>
                  <a:pt x="86244" y="592881"/>
                </a:lnTo>
                <a:lnTo>
                  <a:pt x="97077" y="608941"/>
                </a:lnTo>
                <a:lnTo>
                  <a:pt x="101051" y="628599"/>
                </a:lnTo>
                <a:lnTo>
                  <a:pt x="97077" y="648258"/>
                </a:lnTo>
                <a:lnTo>
                  <a:pt x="86244" y="664319"/>
                </a:lnTo>
                <a:lnTo>
                  <a:pt x="70183" y="675151"/>
                </a:lnTo>
                <a:lnTo>
                  <a:pt x="64624" y="676275"/>
                </a:lnTo>
                <a:close/>
              </a:path>
              <a:path w="2672715" h="676275">
                <a:moveTo>
                  <a:pt x="2268417" y="676275"/>
                </a:moveTo>
                <a:lnTo>
                  <a:pt x="2240219" y="676275"/>
                </a:lnTo>
                <a:lnTo>
                  <a:pt x="2234660" y="675151"/>
                </a:lnTo>
                <a:lnTo>
                  <a:pt x="2218600" y="664319"/>
                </a:lnTo>
                <a:lnTo>
                  <a:pt x="2207768" y="648258"/>
                </a:lnTo>
                <a:lnTo>
                  <a:pt x="2203795" y="628599"/>
                </a:lnTo>
                <a:lnTo>
                  <a:pt x="2207768" y="608941"/>
                </a:lnTo>
                <a:lnTo>
                  <a:pt x="2218600" y="592881"/>
                </a:lnTo>
                <a:lnTo>
                  <a:pt x="2234660" y="582049"/>
                </a:lnTo>
                <a:lnTo>
                  <a:pt x="2254317" y="578076"/>
                </a:lnTo>
                <a:lnTo>
                  <a:pt x="2273977" y="582049"/>
                </a:lnTo>
                <a:lnTo>
                  <a:pt x="2290038" y="592881"/>
                </a:lnTo>
                <a:lnTo>
                  <a:pt x="2300870" y="608941"/>
                </a:lnTo>
                <a:lnTo>
                  <a:pt x="2304843" y="628599"/>
                </a:lnTo>
                <a:lnTo>
                  <a:pt x="2300870" y="648258"/>
                </a:lnTo>
                <a:lnTo>
                  <a:pt x="2290038" y="664319"/>
                </a:lnTo>
                <a:lnTo>
                  <a:pt x="2273977" y="675151"/>
                </a:lnTo>
                <a:lnTo>
                  <a:pt x="2268417" y="676275"/>
                </a:lnTo>
                <a:close/>
              </a:path>
              <a:path w="2672715" h="676275">
                <a:moveTo>
                  <a:pt x="431923" y="676275"/>
                </a:moveTo>
                <a:lnTo>
                  <a:pt x="403725" y="676275"/>
                </a:lnTo>
                <a:lnTo>
                  <a:pt x="398165" y="675151"/>
                </a:lnTo>
                <a:lnTo>
                  <a:pt x="382104" y="664319"/>
                </a:lnTo>
                <a:lnTo>
                  <a:pt x="371272" y="648258"/>
                </a:lnTo>
                <a:lnTo>
                  <a:pt x="367299" y="628599"/>
                </a:lnTo>
                <a:lnTo>
                  <a:pt x="371272" y="608941"/>
                </a:lnTo>
                <a:lnTo>
                  <a:pt x="382104" y="592881"/>
                </a:lnTo>
                <a:lnTo>
                  <a:pt x="398165" y="582049"/>
                </a:lnTo>
                <a:lnTo>
                  <a:pt x="417824" y="578076"/>
                </a:lnTo>
                <a:lnTo>
                  <a:pt x="437482" y="582049"/>
                </a:lnTo>
                <a:lnTo>
                  <a:pt x="453542" y="592881"/>
                </a:lnTo>
                <a:lnTo>
                  <a:pt x="464374" y="608941"/>
                </a:lnTo>
                <a:lnTo>
                  <a:pt x="468347" y="628599"/>
                </a:lnTo>
                <a:lnTo>
                  <a:pt x="464374" y="648258"/>
                </a:lnTo>
                <a:lnTo>
                  <a:pt x="453542" y="664319"/>
                </a:lnTo>
                <a:lnTo>
                  <a:pt x="437482" y="675151"/>
                </a:lnTo>
                <a:lnTo>
                  <a:pt x="431923" y="676275"/>
                </a:lnTo>
                <a:close/>
              </a:path>
              <a:path w="2672715" h="676275">
                <a:moveTo>
                  <a:pt x="1901118" y="676275"/>
                </a:moveTo>
                <a:lnTo>
                  <a:pt x="1872920" y="676275"/>
                </a:lnTo>
                <a:lnTo>
                  <a:pt x="1867361" y="675151"/>
                </a:lnTo>
                <a:lnTo>
                  <a:pt x="1851301" y="664319"/>
                </a:lnTo>
                <a:lnTo>
                  <a:pt x="1840469" y="648258"/>
                </a:lnTo>
                <a:lnTo>
                  <a:pt x="1836496" y="628599"/>
                </a:lnTo>
                <a:lnTo>
                  <a:pt x="1840469" y="608941"/>
                </a:lnTo>
                <a:lnTo>
                  <a:pt x="1851301" y="592881"/>
                </a:lnTo>
                <a:lnTo>
                  <a:pt x="1867361" y="582049"/>
                </a:lnTo>
                <a:lnTo>
                  <a:pt x="1887018" y="578076"/>
                </a:lnTo>
                <a:lnTo>
                  <a:pt x="1906678" y="582049"/>
                </a:lnTo>
                <a:lnTo>
                  <a:pt x="1922739" y="592881"/>
                </a:lnTo>
                <a:lnTo>
                  <a:pt x="1933571" y="608941"/>
                </a:lnTo>
                <a:lnTo>
                  <a:pt x="1937544" y="628599"/>
                </a:lnTo>
                <a:lnTo>
                  <a:pt x="1933571" y="648258"/>
                </a:lnTo>
                <a:lnTo>
                  <a:pt x="1922739" y="664319"/>
                </a:lnTo>
                <a:lnTo>
                  <a:pt x="1906678" y="675151"/>
                </a:lnTo>
                <a:lnTo>
                  <a:pt x="1901118" y="676275"/>
                </a:lnTo>
                <a:close/>
              </a:path>
              <a:path w="2672715" h="676275">
                <a:moveTo>
                  <a:pt x="799222" y="676275"/>
                </a:moveTo>
                <a:lnTo>
                  <a:pt x="771024" y="676275"/>
                </a:lnTo>
                <a:lnTo>
                  <a:pt x="765464" y="675151"/>
                </a:lnTo>
                <a:lnTo>
                  <a:pt x="749403" y="664319"/>
                </a:lnTo>
                <a:lnTo>
                  <a:pt x="738571" y="648258"/>
                </a:lnTo>
                <a:lnTo>
                  <a:pt x="734598" y="628599"/>
                </a:lnTo>
                <a:lnTo>
                  <a:pt x="738571" y="608941"/>
                </a:lnTo>
                <a:lnTo>
                  <a:pt x="749403" y="592881"/>
                </a:lnTo>
                <a:lnTo>
                  <a:pt x="765464" y="582049"/>
                </a:lnTo>
                <a:lnTo>
                  <a:pt x="785124" y="578076"/>
                </a:lnTo>
                <a:lnTo>
                  <a:pt x="804781" y="582049"/>
                </a:lnTo>
                <a:lnTo>
                  <a:pt x="820841" y="592881"/>
                </a:lnTo>
                <a:lnTo>
                  <a:pt x="831673" y="608941"/>
                </a:lnTo>
                <a:lnTo>
                  <a:pt x="835646" y="628599"/>
                </a:lnTo>
                <a:lnTo>
                  <a:pt x="831673" y="648258"/>
                </a:lnTo>
                <a:lnTo>
                  <a:pt x="820841" y="664319"/>
                </a:lnTo>
                <a:lnTo>
                  <a:pt x="804781" y="675151"/>
                </a:lnTo>
                <a:lnTo>
                  <a:pt x="799222" y="676275"/>
                </a:lnTo>
                <a:close/>
              </a:path>
              <a:path w="2672715" h="676275">
                <a:moveTo>
                  <a:pt x="1533818" y="676275"/>
                </a:moveTo>
                <a:lnTo>
                  <a:pt x="1505621" y="676275"/>
                </a:lnTo>
                <a:lnTo>
                  <a:pt x="1500061" y="675151"/>
                </a:lnTo>
                <a:lnTo>
                  <a:pt x="1484001" y="664319"/>
                </a:lnTo>
                <a:lnTo>
                  <a:pt x="1473169" y="648258"/>
                </a:lnTo>
                <a:lnTo>
                  <a:pt x="1469196" y="628599"/>
                </a:lnTo>
                <a:lnTo>
                  <a:pt x="1473169" y="608941"/>
                </a:lnTo>
                <a:lnTo>
                  <a:pt x="1484001" y="592881"/>
                </a:lnTo>
                <a:lnTo>
                  <a:pt x="1500061" y="582049"/>
                </a:lnTo>
                <a:lnTo>
                  <a:pt x="1519719" y="578076"/>
                </a:lnTo>
                <a:lnTo>
                  <a:pt x="1539378" y="582049"/>
                </a:lnTo>
                <a:lnTo>
                  <a:pt x="1555439" y="592881"/>
                </a:lnTo>
                <a:lnTo>
                  <a:pt x="1566271" y="608941"/>
                </a:lnTo>
                <a:lnTo>
                  <a:pt x="1570244" y="628599"/>
                </a:lnTo>
                <a:lnTo>
                  <a:pt x="1566271" y="648258"/>
                </a:lnTo>
                <a:lnTo>
                  <a:pt x="1555439" y="664319"/>
                </a:lnTo>
                <a:lnTo>
                  <a:pt x="1539378" y="675151"/>
                </a:lnTo>
                <a:lnTo>
                  <a:pt x="1533818" y="676275"/>
                </a:lnTo>
                <a:close/>
              </a:path>
              <a:path w="2672715" h="676275">
                <a:moveTo>
                  <a:pt x="1166521" y="676275"/>
                </a:moveTo>
                <a:lnTo>
                  <a:pt x="1138323" y="676275"/>
                </a:lnTo>
                <a:lnTo>
                  <a:pt x="1132763" y="675151"/>
                </a:lnTo>
                <a:lnTo>
                  <a:pt x="1116703" y="664319"/>
                </a:lnTo>
                <a:lnTo>
                  <a:pt x="1105870" y="648258"/>
                </a:lnTo>
                <a:lnTo>
                  <a:pt x="1101897" y="628599"/>
                </a:lnTo>
                <a:lnTo>
                  <a:pt x="1105870" y="608941"/>
                </a:lnTo>
                <a:lnTo>
                  <a:pt x="1116703" y="592881"/>
                </a:lnTo>
                <a:lnTo>
                  <a:pt x="1132763" y="582049"/>
                </a:lnTo>
                <a:lnTo>
                  <a:pt x="1152423" y="578076"/>
                </a:lnTo>
                <a:lnTo>
                  <a:pt x="1172080" y="582049"/>
                </a:lnTo>
                <a:lnTo>
                  <a:pt x="1188140" y="592881"/>
                </a:lnTo>
                <a:lnTo>
                  <a:pt x="1198972" y="608941"/>
                </a:lnTo>
                <a:lnTo>
                  <a:pt x="1202945" y="628599"/>
                </a:lnTo>
                <a:lnTo>
                  <a:pt x="1198972" y="648258"/>
                </a:lnTo>
                <a:lnTo>
                  <a:pt x="1188140" y="664319"/>
                </a:lnTo>
                <a:lnTo>
                  <a:pt x="1172080" y="675151"/>
                </a:lnTo>
                <a:lnTo>
                  <a:pt x="1166521" y="676275"/>
                </a:lnTo>
                <a:close/>
              </a:path>
              <a:path w="2672715" h="676275">
                <a:moveTo>
                  <a:pt x="50525" y="486432"/>
                </a:moveTo>
                <a:lnTo>
                  <a:pt x="30867" y="482459"/>
                </a:lnTo>
                <a:lnTo>
                  <a:pt x="14806" y="471627"/>
                </a:lnTo>
                <a:lnTo>
                  <a:pt x="3973" y="455566"/>
                </a:lnTo>
                <a:lnTo>
                  <a:pt x="0" y="435906"/>
                </a:lnTo>
                <a:lnTo>
                  <a:pt x="3973" y="416249"/>
                </a:lnTo>
                <a:lnTo>
                  <a:pt x="14806" y="400189"/>
                </a:lnTo>
                <a:lnTo>
                  <a:pt x="30867" y="389357"/>
                </a:lnTo>
                <a:lnTo>
                  <a:pt x="50525" y="385384"/>
                </a:lnTo>
                <a:lnTo>
                  <a:pt x="70183" y="389357"/>
                </a:lnTo>
                <a:lnTo>
                  <a:pt x="86244" y="400189"/>
                </a:lnTo>
                <a:lnTo>
                  <a:pt x="97077" y="416249"/>
                </a:lnTo>
                <a:lnTo>
                  <a:pt x="101051" y="435906"/>
                </a:lnTo>
                <a:lnTo>
                  <a:pt x="97077" y="455566"/>
                </a:lnTo>
                <a:lnTo>
                  <a:pt x="86244" y="471627"/>
                </a:lnTo>
                <a:lnTo>
                  <a:pt x="70183" y="482459"/>
                </a:lnTo>
                <a:lnTo>
                  <a:pt x="50525" y="486432"/>
                </a:lnTo>
                <a:close/>
              </a:path>
              <a:path w="2672715" h="676275">
                <a:moveTo>
                  <a:pt x="2621617" y="486432"/>
                </a:moveTo>
                <a:lnTo>
                  <a:pt x="2601959" y="482459"/>
                </a:lnTo>
                <a:lnTo>
                  <a:pt x="2585898" y="471627"/>
                </a:lnTo>
                <a:lnTo>
                  <a:pt x="2575065" y="455566"/>
                </a:lnTo>
                <a:lnTo>
                  <a:pt x="2571091" y="435906"/>
                </a:lnTo>
                <a:lnTo>
                  <a:pt x="2575065" y="416249"/>
                </a:lnTo>
                <a:lnTo>
                  <a:pt x="2585898" y="400189"/>
                </a:lnTo>
                <a:lnTo>
                  <a:pt x="2601959" y="389357"/>
                </a:lnTo>
                <a:lnTo>
                  <a:pt x="2621617" y="385384"/>
                </a:lnTo>
                <a:lnTo>
                  <a:pt x="2641275" y="389357"/>
                </a:lnTo>
                <a:lnTo>
                  <a:pt x="2657336" y="400189"/>
                </a:lnTo>
                <a:lnTo>
                  <a:pt x="2668169" y="416249"/>
                </a:lnTo>
                <a:lnTo>
                  <a:pt x="2672142" y="435906"/>
                </a:lnTo>
                <a:lnTo>
                  <a:pt x="2668169" y="455566"/>
                </a:lnTo>
                <a:lnTo>
                  <a:pt x="2657336" y="471627"/>
                </a:lnTo>
                <a:lnTo>
                  <a:pt x="2641275" y="482459"/>
                </a:lnTo>
                <a:lnTo>
                  <a:pt x="2621617" y="486432"/>
                </a:lnTo>
                <a:close/>
              </a:path>
              <a:path w="2672715" h="676275">
                <a:moveTo>
                  <a:pt x="417824" y="486432"/>
                </a:moveTo>
                <a:lnTo>
                  <a:pt x="398165" y="482459"/>
                </a:lnTo>
                <a:lnTo>
                  <a:pt x="382104" y="471627"/>
                </a:lnTo>
                <a:lnTo>
                  <a:pt x="371272" y="455566"/>
                </a:lnTo>
                <a:lnTo>
                  <a:pt x="367299" y="435906"/>
                </a:lnTo>
                <a:lnTo>
                  <a:pt x="371272" y="416249"/>
                </a:lnTo>
                <a:lnTo>
                  <a:pt x="382104" y="400189"/>
                </a:lnTo>
                <a:lnTo>
                  <a:pt x="398165" y="389357"/>
                </a:lnTo>
                <a:lnTo>
                  <a:pt x="417824" y="385384"/>
                </a:lnTo>
                <a:lnTo>
                  <a:pt x="437482" y="389357"/>
                </a:lnTo>
                <a:lnTo>
                  <a:pt x="453542" y="400189"/>
                </a:lnTo>
                <a:lnTo>
                  <a:pt x="464374" y="416249"/>
                </a:lnTo>
                <a:lnTo>
                  <a:pt x="468347" y="435906"/>
                </a:lnTo>
                <a:lnTo>
                  <a:pt x="464374" y="455566"/>
                </a:lnTo>
                <a:lnTo>
                  <a:pt x="453542" y="471627"/>
                </a:lnTo>
                <a:lnTo>
                  <a:pt x="437482" y="482459"/>
                </a:lnTo>
                <a:lnTo>
                  <a:pt x="417824" y="486432"/>
                </a:lnTo>
                <a:close/>
              </a:path>
              <a:path w="2672715" h="676275">
                <a:moveTo>
                  <a:pt x="2254317" y="486432"/>
                </a:moveTo>
                <a:lnTo>
                  <a:pt x="2234660" y="482459"/>
                </a:lnTo>
                <a:lnTo>
                  <a:pt x="2218600" y="471627"/>
                </a:lnTo>
                <a:lnTo>
                  <a:pt x="2207768" y="455566"/>
                </a:lnTo>
                <a:lnTo>
                  <a:pt x="2203795" y="435906"/>
                </a:lnTo>
                <a:lnTo>
                  <a:pt x="2207768" y="416249"/>
                </a:lnTo>
                <a:lnTo>
                  <a:pt x="2218600" y="400189"/>
                </a:lnTo>
                <a:lnTo>
                  <a:pt x="2234660" y="389357"/>
                </a:lnTo>
                <a:lnTo>
                  <a:pt x="2254317" y="385384"/>
                </a:lnTo>
                <a:lnTo>
                  <a:pt x="2273977" y="389357"/>
                </a:lnTo>
                <a:lnTo>
                  <a:pt x="2290038" y="400189"/>
                </a:lnTo>
                <a:lnTo>
                  <a:pt x="2300870" y="416249"/>
                </a:lnTo>
                <a:lnTo>
                  <a:pt x="2304843" y="435906"/>
                </a:lnTo>
                <a:lnTo>
                  <a:pt x="2300870" y="455566"/>
                </a:lnTo>
                <a:lnTo>
                  <a:pt x="2290038" y="471627"/>
                </a:lnTo>
                <a:lnTo>
                  <a:pt x="2273977" y="482459"/>
                </a:lnTo>
                <a:lnTo>
                  <a:pt x="2254317" y="486432"/>
                </a:lnTo>
                <a:close/>
              </a:path>
              <a:path w="2672715" h="676275">
                <a:moveTo>
                  <a:pt x="785124" y="486432"/>
                </a:moveTo>
                <a:lnTo>
                  <a:pt x="765464" y="482459"/>
                </a:lnTo>
                <a:lnTo>
                  <a:pt x="749403" y="471627"/>
                </a:lnTo>
                <a:lnTo>
                  <a:pt x="738571" y="455566"/>
                </a:lnTo>
                <a:lnTo>
                  <a:pt x="734598" y="435906"/>
                </a:lnTo>
                <a:lnTo>
                  <a:pt x="738571" y="416249"/>
                </a:lnTo>
                <a:lnTo>
                  <a:pt x="749403" y="400189"/>
                </a:lnTo>
                <a:lnTo>
                  <a:pt x="765464" y="389357"/>
                </a:lnTo>
                <a:lnTo>
                  <a:pt x="785124" y="385384"/>
                </a:lnTo>
                <a:lnTo>
                  <a:pt x="804781" y="389357"/>
                </a:lnTo>
                <a:lnTo>
                  <a:pt x="820841" y="400189"/>
                </a:lnTo>
                <a:lnTo>
                  <a:pt x="831673" y="416249"/>
                </a:lnTo>
                <a:lnTo>
                  <a:pt x="835646" y="435906"/>
                </a:lnTo>
                <a:lnTo>
                  <a:pt x="831673" y="455566"/>
                </a:lnTo>
                <a:lnTo>
                  <a:pt x="820841" y="471627"/>
                </a:lnTo>
                <a:lnTo>
                  <a:pt x="804781" y="482459"/>
                </a:lnTo>
                <a:lnTo>
                  <a:pt x="785124" y="486432"/>
                </a:lnTo>
                <a:close/>
              </a:path>
              <a:path w="2672715" h="676275">
                <a:moveTo>
                  <a:pt x="1887018" y="486432"/>
                </a:moveTo>
                <a:lnTo>
                  <a:pt x="1867361" y="482459"/>
                </a:lnTo>
                <a:lnTo>
                  <a:pt x="1851301" y="471627"/>
                </a:lnTo>
                <a:lnTo>
                  <a:pt x="1840469" y="455566"/>
                </a:lnTo>
                <a:lnTo>
                  <a:pt x="1836496" y="435906"/>
                </a:lnTo>
                <a:lnTo>
                  <a:pt x="1840469" y="416249"/>
                </a:lnTo>
                <a:lnTo>
                  <a:pt x="1851301" y="400189"/>
                </a:lnTo>
                <a:lnTo>
                  <a:pt x="1867361" y="389357"/>
                </a:lnTo>
                <a:lnTo>
                  <a:pt x="1887018" y="385384"/>
                </a:lnTo>
                <a:lnTo>
                  <a:pt x="1906678" y="389357"/>
                </a:lnTo>
                <a:lnTo>
                  <a:pt x="1922739" y="400189"/>
                </a:lnTo>
                <a:lnTo>
                  <a:pt x="1933571" y="416249"/>
                </a:lnTo>
                <a:lnTo>
                  <a:pt x="1937544" y="435906"/>
                </a:lnTo>
                <a:lnTo>
                  <a:pt x="1933571" y="455566"/>
                </a:lnTo>
                <a:lnTo>
                  <a:pt x="1922739" y="471627"/>
                </a:lnTo>
                <a:lnTo>
                  <a:pt x="1906678" y="482459"/>
                </a:lnTo>
                <a:lnTo>
                  <a:pt x="1887018" y="486432"/>
                </a:lnTo>
                <a:close/>
              </a:path>
              <a:path w="2672715" h="676275">
                <a:moveTo>
                  <a:pt x="1152423" y="486432"/>
                </a:moveTo>
                <a:lnTo>
                  <a:pt x="1132763" y="482459"/>
                </a:lnTo>
                <a:lnTo>
                  <a:pt x="1116703" y="471627"/>
                </a:lnTo>
                <a:lnTo>
                  <a:pt x="1105870" y="455566"/>
                </a:lnTo>
                <a:lnTo>
                  <a:pt x="1101897" y="435906"/>
                </a:lnTo>
                <a:lnTo>
                  <a:pt x="1105870" y="416249"/>
                </a:lnTo>
                <a:lnTo>
                  <a:pt x="1116703" y="400189"/>
                </a:lnTo>
                <a:lnTo>
                  <a:pt x="1132763" y="389357"/>
                </a:lnTo>
                <a:lnTo>
                  <a:pt x="1152423" y="385384"/>
                </a:lnTo>
                <a:lnTo>
                  <a:pt x="1172080" y="389357"/>
                </a:lnTo>
                <a:lnTo>
                  <a:pt x="1188140" y="400189"/>
                </a:lnTo>
                <a:lnTo>
                  <a:pt x="1198972" y="416249"/>
                </a:lnTo>
                <a:lnTo>
                  <a:pt x="1202945" y="435906"/>
                </a:lnTo>
                <a:lnTo>
                  <a:pt x="1198972" y="455566"/>
                </a:lnTo>
                <a:lnTo>
                  <a:pt x="1188140" y="471627"/>
                </a:lnTo>
                <a:lnTo>
                  <a:pt x="1172080" y="482459"/>
                </a:lnTo>
                <a:lnTo>
                  <a:pt x="1152423" y="486432"/>
                </a:lnTo>
                <a:close/>
              </a:path>
              <a:path w="2672715" h="676275">
                <a:moveTo>
                  <a:pt x="1519719" y="486432"/>
                </a:moveTo>
                <a:lnTo>
                  <a:pt x="1500061" y="482459"/>
                </a:lnTo>
                <a:lnTo>
                  <a:pt x="1484001" y="471627"/>
                </a:lnTo>
                <a:lnTo>
                  <a:pt x="1473169" y="455566"/>
                </a:lnTo>
                <a:lnTo>
                  <a:pt x="1469196" y="435906"/>
                </a:lnTo>
                <a:lnTo>
                  <a:pt x="1473169" y="416249"/>
                </a:lnTo>
                <a:lnTo>
                  <a:pt x="1484001" y="400189"/>
                </a:lnTo>
                <a:lnTo>
                  <a:pt x="1500061" y="389357"/>
                </a:lnTo>
                <a:lnTo>
                  <a:pt x="1519719" y="385384"/>
                </a:lnTo>
                <a:lnTo>
                  <a:pt x="1539378" y="389357"/>
                </a:lnTo>
                <a:lnTo>
                  <a:pt x="1555439" y="400189"/>
                </a:lnTo>
                <a:lnTo>
                  <a:pt x="1566271" y="416249"/>
                </a:lnTo>
                <a:lnTo>
                  <a:pt x="1570244" y="435906"/>
                </a:lnTo>
                <a:lnTo>
                  <a:pt x="1566271" y="455566"/>
                </a:lnTo>
                <a:lnTo>
                  <a:pt x="1555439" y="471627"/>
                </a:lnTo>
                <a:lnTo>
                  <a:pt x="1539378" y="482459"/>
                </a:lnTo>
                <a:lnTo>
                  <a:pt x="1519719" y="486432"/>
                </a:lnTo>
                <a:close/>
              </a:path>
              <a:path w="2672715" h="676275">
                <a:moveTo>
                  <a:pt x="50525" y="293740"/>
                </a:moveTo>
                <a:lnTo>
                  <a:pt x="30867" y="289767"/>
                </a:lnTo>
                <a:lnTo>
                  <a:pt x="14806" y="278934"/>
                </a:lnTo>
                <a:lnTo>
                  <a:pt x="3973" y="262874"/>
                </a:lnTo>
                <a:lnTo>
                  <a:pt x="0" y="243214"/>
                </a:lnTo>
                <a:lnTo>
                  <a:pt x="3973" y="223557"/>
                </a:lnTo>
                <a:lnTo>
                  <a:pt x="14806" y="207497"/>
                </a:lnTo>
                <a:lnTo>
                  <a:pt x="30867" y="196665"/>
                </a:lnTo>
                <a:lnTo>
                  <a:pt x="50525" y="192692"/>
                </a:lnTo>
                <a:lnTo>
                  <a:pt x="70183" y="196665"/>
                </a:lnTo>
                <a:lnTo>
                  <a:pt x="86244" y="207497"/>
                </a:lnTo>
                <a:lnTo>
                  <a:pt x="97077" y="223557"/>
                </a:lnTo>
                <a:lnTo>
                  <a:pt x="101051" y="243214"/>
                </a:lnTo>
                <a:lnTo>
                  <a:pt x="97077" y="262874"/>
                </a:lnTo>
                <a:lnTo>
                  <a:pt x="86244" y="278934"/>
                </a:lnTo>
                <a:lnTo>
                  <a:pt x="70183" y="289767"/>
                </a:lnTo>
                <a:lnTo>
                  <a:pt x="50525" y="293740"/>
                </a:lnTo>
                <a:close/>
              </a:path>
              <a:path w="2672715" h="676275">
                <a:moveTo>
                  <a:pt x="1519719" y="293740"/>
                </a:moveTo>
                <a:lnTo>
                  <a:pt x="1500061" y="289767"/>
                </a:lnTo>
                <a:lnTo>
                  <a:pt x="1484001" y="278934"/>
                </a:lnTo>
                <a:lnTo>
                  <a:pt x="1473169" y="262874"/>
                </a:lnTo>
                <a:lnTo>
                  <a:pt x="1469196" y="243214"/>
                </a:lnTo>
                <a:lnTo>
                  <a:pt x="1473169" y="223557"/>
                </a:lnTo>
                <a:lnTo>
                  <a:pt x="1484001" y="207497"/>
                </a:lnTo>
                <a:lnTo>
                  <a:pt x="1500061" y="196665"/>
                </a:lnTo>
                <a:lnTo>
                  <a:pt x="1519719" y="192692"/>
                </a:lnTo>
                <a:lnTo>
                  <a:pt x="1539378" y="196665"/>
                </a:lnTo>
                <a:lnTo>
                  <a:pt x="1555439" y="207497"/>
                </a:lnTo>
                <a:lnTo>
                  <a:pt x="1566271" y="223557"/>
                </a:lnTo>
                <a:lnTo>
                  <a:pt x="1570244" y="243214"/>
                </a:lnTo>
                <a:lnTo>
                  <a:pt x="1566271" y="262874"/>
                </a:lnTo>
                <a:lnTo>
                  <a:pt x="1555439" y="278934"/>
                </a:lnTo>
                <a:lnTo>
                  <a:pt x="1539378" y="289767"/>
                </a:lnTo>
                <a:lnTo>
                  <a:pt x="1519719" y="293740"/>
                </a:lnTo>
                <a:close/>
              </a:path>
              <a:path w="2672715" h="676275">
                <a:moveTo>
                  <a:pt x="1152423" y="293740"/>
                </a:moveTo>
                <a:lnTo>
                  <a:pt x="1132763" y="289767"/>
                </a:lnTo>
                <a:lnTo>
                  <a:pt x="1116703" y="278934"/>
                </a:lnTo>
                <a:lnTo>
                  <a:pt x="1105870" y="262874"/>
                </a:lnTo>
                <a:lnTo>
                  <a:pt x="1101897" y="243214"/>
                </a:lnTo>
                <a:lnTo>
                  <a:pt x="1105870" y="223557"/>
                </a:lnTo>
                <a:lnTo>
                  <a:pt x="1116703" y="207497"/>
                </a:lnTo>
                <a:lnTo>
                  <a:pt x="1132763" y="196665"/>
                </a:lnTo>
                <a:lnTo>
                  <a:pt x="1152423" y="192692"/>
                </a:lnTo>
                <a:lnTo>
                  <a:pt x="1172080" y="196665"/>
                </a:lnTo>
                <a:lnTo>
                  <a:pt x="1188140" y="207497"/>
                </a:lnTo>
                <a:lnTo>
                  <a:pt x="1198972" y="223557"/>
                </a:lnTo>
                <a:lnTo>
                  <a:pt x="1202945" y="243214"/>
                </a:lnTo>
                <a:lnTo>
                  <a:pt x="1198972" y="262874"/>
                </a:lnTo>
                <a:lnTo>
                  <a:pt x="1188140" y="278934"/>
                </a:lnTo>
                <a:lnTo>
                  <a:pt x="1172080" y="289767"/>
                </a:lnTo>
                <a:lnTo>
                  <a:pt x="1152423" y="293740"/>
                </a:lnTo>
                <a:close/>
              </a:path>
              <a:path w="2672715" h="676275">
                <a:moveTo>
                  <a:pt x="1887018" y="293740"/>
                </a:moveTo>
                <a:lnTo>
                  <a:pt x="1867361" y="289767"/>
                </a:lnTo>
                <a:lnTo>
                  <a:pt x="1851301" y="278934"/>
                </a:lnTo>
                <a:lnTo>
                  <a:pt x="1840469" y="262874"/>
                </a:lnTo>
                <a:lnTo>
                  <a:pt x="1836496" y="243214"/>
                </a:lnTo>
                <a:lnTo>
                  <a:pt x="1840469" y="223557"/>
                </a:lnTo>
                <a:lnTo>
                  <a:pt x="1851301" y="207497"/>
                </a:lnTo>
                <a:lnTo>
                  <a:pt x="1867361" y="196665"/>
                </a:lnTo>
                <a:lnTo>
                  <a:pt x="1887018" y="192692"/>
                </a:lnTo>
                <a:lnTo>
                  <a:pt x="1906678" y="196665"/>
                </a:lnTo>
                <a:lnTo>
                  <a:pt x="1922739" y="207497"/>
                </a:lnTo>
                <a:lnTo>
                  <a:pt x="1933571" y="223557"/>
                </a:lnTo>
                <a:lnTo>
                  <a:pt x="1937544" y="243214"/>
                </a:lnTo>
                <a:lnTo>
                  <a:pt x="1933571" y="262874"/>
                </a:lnTo>
                <a:lnTo>
                  <a:pt x="1922739" y="278934"/>
                </a:lnTo>
                <a:lnTo>
                  <a:pt x="1906678" y="289767"/>
                </a:lnTo>
                <a:lnTo>
                  <a:pt x="1887018" y="293740"/>
                </a:lnTo>
                <a:close/>
              </a:path>
              <a:path w="2672715" h="676275">
                <a:moveTo>
                  <a:pt x="785124" y="293740"/>
                </a:moveTo>
                <a:lnTo>
                  <a:pt x="765464" y="289767"/>
                </a:lnTo>
                <a:lnTo>
                  <a:pt x="749403" y="278934"/>
                </a:lnTo>
                <a:lnTo>
                  <a:pt x="738571" y="262874"/>
                </a:lnTo>
                <a:lnTo>
                  <a:pt x="734598" y="243214"/>
                </a:lnTo>
                <a:lnTo>
                  <a:pt x="738571" y="223557"/>
                </a:lnTo>
                <a:lnTo>
                  <a:pt x="749403" y="207497"/>
                </a:lnTo>
                <a:lnTo>
                  <a:pt x="765464" y="196665"/>
                </a:lnTo>
                <a:lnTo>
                  <a:pt x="785124" y="192692"/>
                </a:lnTo>
                <a:lnTo>
                  <a:pt x="804781" y="196665"/>
                </a:lnTo>
                <a:lnTo>
                  <a:pt x="820841" y="207497"/>
                </a:lnTo>
                <a:lnTo>
                  <a:pt x="831673" y="223557"/>
                </a:lnTo>
                <a:lnTo>
                  <a:pt x="835646" y="243214"/>
                </a:lnTo>
                <a:lnTo>
                  <a:pt x="831673" y="262874"/>
                </a:lnTo>
                <a:lnTo>
                  <a:pt x="820841" y="278934"/>
                </a:lnTo>
                <a:lnTo>
                  <a:pt x="804781" y="289767"/>
                </a:lnTo>
                <a:lnTo>
                  <a:pt x="785124" y="293740"/>
                </a:lnTo>
                <a:close/>
              </a:path>
              <a:path w="2672715" h="676275">
                <a:moveTo>
                  <a:pt x="2254317" y="293740"/>
                </a:moveTo>
                <a:lnTo>
                  <a:pt x="2234660" y="289767"/>
                </a:lnTo>
                <a:lnTo>
                  <a:pt x="2218600" y="278934"/>
                </a:lnTo>
                <a:lnTo>
                  <a:pt x="2207768" y="262874"/>
                </a:lnTo>
                <a:lnTo>
                  <a:pt x="2203795" y="243214"/>
                </a:lnTo>
                <a:lnTo>
                  <a:pt x="2207768" y="223557"/>
                </a:lnTo>
                <a:lnTo>
                  <a:pt x="2218600" y="207497"/>
                </a:lnTo>
                <a:lnTo>
                  <a:pt x="2234660" y="196665"/>
                </a:lnTo>
                <a:lnTo>
                  <a:pt x="2254317" y="192692"/>
                </a:lnTo>
                <a:lnTo>
                  <a:pt x="2273977" y="196665"/>
                </a:lnTo>
                <a:lnTo>
                  <a:pt x="2290038" y="207497"/>
                </a:lnTo>
                <a:lnTo>
                  <a:pt x="2300870" y="223557"/>
                </a:lnTo>
                <a:lnTo>
                  <a:pt x="2304843" y="243214"/>
                </a:lnTo>
                <a:lnTo>
                  <a:pt x="2300870" y="262874"/>
                </a:lnTo>
                <a:lnTo>
                  <a:pt x="2290038" y="278934"/>
                </a:lnTo>
                <a:lnTo>
                  <a:pt x="2273977" y="289767"/>
                </a:lnTo>
                <a:lnTo>
                  <a:pt x="2254317" y="293740"/>
                </a:lnTo>
                <a:close/>
              </a:path>
              <a:path w="2672715" h="676275">
                <a:moveTo>
                  <a:pt x="417824" y="293740"/>
                </a:moveTo>
                <a:lnTo>
                  <a:pt x="398165" y="289767"/>
                </a:lnTo>
                <a:lnTo>
                  <a:pt x="382104" y="278934"/>
                </a:lnTo>
                <a:lnTo>
                  <a:pt x="371272" y="262874"/>
                </a:lnTo>
                <a:lnTo>
                  <a:pt x="367299" y="243214"/>
                </a:lnTo>
                <a:lnTo>
                  <a:pt x="371272" y="223557"/>
                </a:lnTo>
                <a:lnTo>
                  <a:pt x="382104" y="207497"/>
                </a:lnTo>
                <a:lnTo>
                  <a:pt x="398165" y="196665"/>
                </a:lnTo>
                <a:lnTo>
                  <a:pt x="417824" y="192692"/>
                </a:lnTo>
                <a:lnTo>
                  <a:pt x="437482" y="196665"/>
                </a:lnTo>
                <a:lnTo>
                  <a:pt x="453542" y="207497"/>
                </a:lnTo>
                <a:lnTo>
                  <a:pt x="464374" y="223557"/>
                </a:lnTo>
                <a:lnTo>
                  <a:pt x="468347" y="243214"/>
                </a:lnTo>
                <a:lnTo>
                  <a:pt x="464374" y="262874"/>
                </a:lnTo>
                <a:lnTo>
                  <a:pt x="453542" y="278934"/>
                </a:lnTo>
                <a:lnTo>
                  <a:pt x="437482" y="289767"/>
                </a:lnTo>
                <a:lnTo>
                  <a:pt x="417824" y="293740"/>
                </a:lnTo>
                <a:close/>
              </a:path>
              <a:path w="2672715" h="676275">
                <a:moveTo>
                  <a:pt x="2621617" y="293740"/>
                </a:moveTo>
                <a:lnTo>
                  <a:pt x="2601959" y="289767"/>
                </a:lnTo>
                <a:lnTo>
                  <a:pt x="2585898" y="278934"/>
                </a:lnTo>
                <a:lnTo>
                  <a:pt x="2575065" y="262874"/>
                </a:lnTo>
                <a:lnTo>
                  <a:pt x="2571091" y="243214"/>
                </a:lnTo>
                <a:lnTo>
                  <a:pt x="2575065" y="223557"/>
                </a:lnTo>
                <a:lnTo>
                  <a:pt x="2585898" y="207497"/>
                </a:lnTo>
                <a:lnTo>
                  <a:pt x="2601959" y="196665"/>
                </a:lnTo>
                <a:lnTo>
                  <a:pt x="2621617" y="192692"/>
                </a:lnTo>
                <a:lnTo>
                  <a:pt x="2641275" y="196665"/>
                </a:lnTo>
                <a:lnTo>
                  <a:pt x="2657336" y="207497"/>
                </a:lnTo>
                <a:lnTo>
                  <a:pt x="2668169" y="223557"/>
                </a:lnTo>
                <a:lnTo>
                  <a:pt x="2672142" y="243214"/>
                </a:lnTo>
                <a:lnTo>
                  <a:pt x="2668169" y="262874"/>
                </a:lnTo>
                <a:lnTo>
                  <a:pt x="2657336" y="278934"/>
                </a:lnTo>
                <a:lnTo>
                  <a:pt x="2641275" y="289767"/>
                </a:lnTo>
                <a:lnTo>
                  <a:pt x="2621617" y="293740"/>
                </a:lnTo>
                <a:close/>
              </a:path>
              <a:path w="2672715" h="676275">
                <a:moveTo>
                  <a:pt x="1887018" y="101048"/>
                </a:moveTo>
                <a:lnTo>
                  <a:pt x="1867361" y="97075"/>
                </a:lnTo>
                <a:lnTo>
                  <a:pt x="1851301" y="86242"/>
                </a:lnTo>
                <a:lnTo>
                  <a:pt x="1840469" y="70181"/>
                </a:lnTo>
                <a:lnTo>
                  <a:pt x="1836496" y="50522"/>
                </a:lnTo>
                <a:lnTo>
                  <a:pt x="1840469" y="30864"/>
                </a:lnTo>
                <a:lnTo>
                  <a:pt x="1851301" y="14804"/>
                </a:lnTo>
                <a:lnTo>
                  <a:pt x="1867361" y="3972"/>
                </a:lnTo>
                <a:lnTo>
                  <a:pt x="1887018" y="0"/>
                </a:lnTo>
                <a:lnTo>
                  <a:pt x="1906678" y="3972"/>
                </a:lnTo>
                <a:lnTo>
                  <a:pt x="1922739" y="14804"/>
                </a:lnTo>
                <a:lnTo>
                  <a:pt x="1933571" y="30864"/>
                </a:lnTo>
                <a:lnTo>
                  <a:pt x="1937544" y="50522"/>
                </a:lnTo>
                <a:lnTo>
                  <a:pt x="1933571" y="70181"/>
                </a:lnTo>
                <a:lnTo>
                  <a:pt x="1922739" y="86242"/>
                </a:lnTo>
                <a:lnTo>
                  <a:pt x="1906678" y="97075"/>
                </a:lnTo>
                <a:lnTo>
                  <a:pt x="1887018" y="101048"/>
                </a:lnTo>
                <a:close/>
              </a:path>
              <a:path w="2672715" h="676275">
                <a:moveTo>
                  <a:pt x="1152423" y="101048"/>
                </a:moveTo>
                <a:lnTo>
                  <a:pt x="1132763" y="97075"/>
                </a:lnTo>
                <a:lnTo>
                  <a:pt x="1116703" y="86242"/>
                </a:lnTo>
                <a:lnTo>
                  <a:pt x="1105870" y="70181"/>
                </a:lnTo>
                <a:lnTo>
                  <a:pt x="1101897" y="50522"/>
                </a:lnTo>
                <a:lnTo>
                  <a:pt x="1105870" y="30864"/>
                </a:lnTo>
                <a:lnTo>
                  <a:pt x="1116703" y="14804"/>
                </a:lnTo>
                <a:lnTo>
                  <a:pt x="1132763" y="3972"/>
                </a:lnTo>
                <a:lnTo>
                  <a:pt x="1152423" y="0"/>
                </a:lnTo>
                <a:lnTo>
                  <a:pt x="1172080" y="3972"/>
                </a:lnTo>
                <a:lnTo>
                  <a:pt x="1188140" y="14804"/>
                </a:lnTo>
                <a:lnTo>
                  <a:pt x="1198972" y="30864"/>
                </a:lnTo>
                <a:lnTo>
                  <a:pt x="1202945" y="50522"/>
                </a:lnTo>
                <a:lnTo>
                  <a:pt x="1198972" y="70181"/>
                </a:lnTo>
                <a:lnTo>
                  <a:pt x="1188140" y="86242"/>
                </a:lnTo>
                <a:lnTo>
                  <a:pt x="1172080" y="97075"/>
                </a:lnTo>
                <a:lnTo>
                  <a:pt x="1152423" y="101048"/>
                </a:lnTo>
                <a:close/>
              </a:path>
              <a:path w="2672715" h="676275">
                <a:moveTo>
                  <a:pt x="2254317" y="101048"/>
                </a:moveTo>
                <a:lnTo>
                  <a:pt x="2234660" y="97075"/>
                </a:lnTo>
                <a:lnTo>
                  <a:pt x="2218600" y="86242"/>
                </a:lnTo>
                <a:lnTo>
                  <a:pt x="2207768" y="70181"/>
                </a:lnTo>
                <a:lnTo>
                  <a:pt x="2203795" y="50522"/>
                </a:lnTo>
                <a:lnTo>
                  <a:pt x="2207768" y="30864"/>
                </a:lnTo>
                <a:lnTo>
                  <a:pt x="2218600" y="14804"/>
                </a:lnTo>
                <a:lnTo>
                  <a:pt x="2234660" y="3972"/>
                </a:lnTo>
                <a:lnTo>
                  <a:pt x="2254317" y="0"/>
                </a:lnTo>
                <a:lnTo>
                  <a:pt x="2273977" y="3972"/>
                </a:lnTo>
                <a:lnTo>
                  <a:pt x="2290038" y="14804"/>
                </a:lnTo>
                <a:lnTo>
                  <a:pt x="2300870" y="30864"/>
                </a:lnTo>
                <a:lnTo>
                  <a:pt x="2304843" y="50522"/>
                </a:lnTo>
                <a:lnTo>
                  <a:pt x="2300870" y="70181"/>
                </a:lnTo>
                <a:lnTo>
                  <a:pt x="2290038" y="86242"/>
                </a:lnTo>
                <a:lnTo>
                  <a:pt x="2273977" y="97075"/>
                </a:lnTo>
                <a:lnTo>
                  <a:pt x="2254317" y="101048"/>
                </a:lnTo>
                <a:close/>
              </a:path>
              <a:path w="2672715" h="676275">
                <a:moveTo>
                  <a:pt x="785124" y="101048"/>
                </a:moveTo>
                <a:lnTo>
                  <a:pt x="765464" y="97075"/>
                </a:lnTo>
                <a:lnTo>
                  <a:pt x="749403" y="86242"/>
                </a:lnTo>
                <a:lnTo>
                  <a:pt x="738571" y="70181"/>
                </a:lnTo>
                <a:lnTo>
                  <a:pt x="734598" y="50522"/>
                </a:lnTo>
                <a:lnTo>
                  <a:pt x="738571" y="30864"/>
                </a:lnTo>
                <a:lnTo>
                  <a:pt x="749403" y="14804"/>
                </a:lnTo>
                <a:lnTo>
                  <a:pt x="765464" y="3972"/>
                </a:lnTo>
                <a:lnTo>
                  <a:pt x="785124" y="0"/>
                </a:lnTo>
                <a:lnTo>
                  <a:pt x="804781" y="3972"/>
                </a:lnTo>
                <a:lnTo>
                  <a:pt x="820841" y="14804"/>
                </a:lnTo>
                <a:lnTo>
                  <a:pt x="831673" y="30864"/>
                </a:lnTo>
                <a:lnTo>
                  <a:pt x="835646" y="50522"/>
                </a:lnTo>
                <a:lnTo>
                  <a:pt x="831673" y="70181"/>
                </a:lnTo>
                <a:lnTo>
                  <a:pt x="820841" y="86242"/>
                </a:lnTo>
                <a:lnTo>
                  <a:pt x="804781" y="97075"/>
                </a:lnTo>
                <a:lnTo>
                  <a:pt x="785124" y="101048"/>
                </a:lnTo>
                <a:close/>
              </a:path>
              <a:path w="2672715" h="676275">
                <a:moveTo>
                  <a:pt x="2621617" y="101048"/>
                </a:moveTo>
                <a:lnTo>
                  <a:pt x="2601959" y="97075"/>
                </a:lnTo>
                <a:lnTo>
                  <a:pt x="2585898" y="86242"/>
                </a:lnTo>
                <a:lnTo>
                  <a:pt x="2575065" y="70181"/>
                </a:lnTo>
                <a:lnTo>
                  <a:pt x="2571091" y="50522"/>
                </a:lnTo>
                <a:lnTo>
                  <a:pt x="2575065" y="30864"/>
                </a:lnTo>
                <a:lnTo>
                  <a:pt x="2585898" y="14804"/>
                </a:lnTo>
                <a:lnTo>
                  <a:pt x="2601959" y="3972"/>
                </a:lnTo>
                <a:lnTo>
                  <a:pt x="2621617" y="0"/>
                </a:lnTo>
                <a:lnTo>
                  <a:pt x="2641275" y="3972"/>
                </a:lnTo>
                <a:lnTo>
                  <a:pt x="2657336" y="14804"/>
                </a:lnTo>
                <a:lnTo>
                  <a:pt x="2668169" y="30864"/>
                </a:lnTo>
                <a:lnTo>
                  <a:pt x="2672142" y="50522"/>
                </a:lnTo>
                <a:lnTo>
                  <a:pt x="2668169" y="70181"/>
                </a:lnTo>
                <a:lnTo>
                  <a:pt x="2657336" y="86242"/>
                </a:lnTo>
                <a:lnTo>
                  <a:pt x="2641275" y="97075"/>
                </a:lnTo>
                <a:lnTo>
                  <a:pt x="2621617" y="101048"/>
                </a:lnTo>
                <a:close/>
              </a:path>
              <a:path w="2672715" h="676275">
                <a:moveTo>
                  <a:pt x="417824" y="101048"/>
                </a:moveTo>
                <a:lnTo>
                  <a:pt x="398165" y="97075"/>
                </a:lnTo>
                <a:lnTo>
                  <a:pt x="382104" y="86242"/>
                </a:lnTo>
                <a:lnTo>
                  <a:pt x="371272" y="70181"/>
                </a:lnTo>
                <a:lnTo>
                  <a:pt x="367299" y="50522"/>
                </a:lnTo>
                <a:lnTo>
                  <a:pt x="371272" y="30864"/>
                </a:lnTo>
                <a:lnTo>
                  <a:pt x="382104" y="14804"/>
                </a:lnTo>
                <a:lnTo>
                  <a:pt x="398165" y="3972"/>
                </a:lnTo>
                <a:lnTo>
                  <a:pt x="417824" y="0"/>
                </a:lnTo>
                <a:lnTo>
                  <a:pt x="437482" y="3972"/>
                </a:lnTo>
                <a:lnTo>
                  <a:pt x="453542" y="14804"/>
                </a:lnTo>
                <a:lnTo>
                  <a:pt x="464374" y="30864"/>
                </a:lnTo>
                <a:lnTo>
                  <a:pt x="468347" y="50522"/>
                </a:lnTo>
                <a:lnTo>
                  <a:pt x="464374" y="70181"/>
                </a:lnTo>
                <a:lnTo>
                  <a:pt x="453542" y="86242"/>
                </a:lnTo>
                <a:lnTo>
                  <a:pt x="437482" y="97075"/>
                </a:lnTo>
                <a:lnTo>
                  <a:pt x="417824" y="101048"/>
                </a:lnTo>
                <a:close/>
              </a:path>
              <a:path w="2672715" h="676275">
                <a:moveTo>
                  <a:pt x="1519719" y="101048"/>
                </a:moveTo>
                <a:lnTo>
                  <a:pt x="1500061" y="97075"/>
                </a:lnTo>
                <a:lnTo>
                  <a:pt x="1484001" y="86242"/>
                </a:lnTo>
                <a:lnTo>
                  <a:pt x="1473169" y="70181"/>
                </a:lnTo>
                <a:lnTo>
                  <a:pt x="1469196" y="50522"/>
                </a:lnTo>
                <a:lnTo>
                  <a:pt x="1473169" y="30864"/>
                </a:lnTo>
                <a:lnTo>
                  <a:pt x="1484001" y="14804"/>
                </a:lnTo>
                <a:lnTo>
                  <a:pt x="1500061" y="3972"/>
                </a:lnTo>
                <a:lnTo>
                  <a:pt x="1519719" y="0"/>
                </a:lnTo>
                <a:lnTo>
                  <a:pt x="1539378" y="3972"/>
                </a:lnTo>
                <a:lnTo>
                  <a:pt x="1555439" y="14804"/>
                </a:lnTo>
                <a:lnTo>
                  <a:pt x="1566271" y="30864"/>
                </a:lnTo>
                <a:lnTo>
                  <a:pt x="1570244" y="50522"/>
                </a:lnTo>
                <a:lnTo>
                  <a:pt x="1566271" y="70181"/>
                </a:lnTo>
                <a:lnTo>
                  <a:pt x="1555439" y="86242"/>
                </a:lnTo>
                <a:lnTo>
                  <a:pt x="1539378" y="97075"/>
                </a:lnTo>
                <a:lnTo>
                  <a:pt x="1519719" y="101048"/>
                </a:lnTo>
                <a:close/>
              </a:path>
              <a:path w="2672715" h="676275">
                <a:moveTo>
                  <a:pt x="50525" y="101048"/>
                </a:moveTo>
                <a:lnTo>
                  <a:pt x="30867" y="97075"/>
                </a:lnTo>
                <a:lnTo>
                  <a:pt x="14806" y="86242"/>
                </a:lnTo>
                <a:lnTo>
                  <a:pt x="3973" y="70181"/>
                </a:lnTo>
                <a:lnTo>
                  <a:pt x="0" y="50522"/>
                </a:lnTo>
                <a:lnTo>
                  <a:pt x="3973" y="30864"/>
                </a:lnTo>
                <a:lnTo>
                  <a:pt x="14806" y="14804"/>
                </a:lnTo>
                <a:lnTo>
                  <a:pt x="30867" y="3972"/>
                </a:lnTo>
                <a:lnTo>
                  <a:pt x="50525" y="0"/>
                </a:lnTo>
                <a:lnTo>
                  <a:pt x="70183" y="3972"/>
                </a:lnTo>
                <a:lnTo>
                  <a:pt x="86244" y="14804"/>
                </a:lnTo>
                <a:lnTo>
                  <a:pt x="97077" y="30864"/>
                </a:lnTo>
                <a:lnTo>
                  <a:pt x="101051" y="50522"/>
                </a:lnTo>
                <a:lnTo>
                  <a:pt x="97077" y="70181"/>
                </a:lnTo>
                <a:lnTo>
                  <a:pt x="86244" y="86242"/>
                </a:lnTo>
                <a:lnTo>
                  <a:pt x="70183" y="97075"/>
                </a:lnTo>
                <a:lnTo>
                  <a:pt x="50525" y="101048"/>
                </a:lnTo>
                <a:close/>
              </a:path>
            </a:pathLst>
          </a:custGeom>
          <a:solidFill>
            <a:srgbClr val="002F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7073018" y="802307"/>
            <a:ext cx="370840" cy="1485900"/>
          </a:xfrm>
          <a:custGeom>
            <a:avLst/>
            <a:gdLst/>
            <a:ahLst/>
            <a:cxnLst/>
            <a:rect l="l" t="t" r="r" b="b"/>
            <a:pathLst>
              <a:path w="370840" h="1485900">
                <a:moveTo>
                  <a:pt x="186221" y="372442"/>
                </a:moveTo>
                <a:lnTo>
                  <a:pt x="136702" y="365793"/>
                </a:lnTo>
                <a:lnTo>
                  <a:pt x="92213" y="347026"/>
                </a:lnTo>
                <a:lnTo>
                  <a:pt x="54527" y="317914"/>
                </a:lnTo>
                <a:lnTo>
                  <a:pt x="25415" y="280228"/>
                </a:lnTo>
                <a:lnTo>
                  <a:pt x="6649" y="235740"/>
                </a:lnTo>
                <a:lnTo>
                  <a:pt x="0" y="186221"/>
                </a:lnTo>
                <a:lnTo>
                  <a:pt x="6649" y="136702"/>
                </a:lnTo>
                <a:lnTo>
                  <a:pt x="25415" y="92213"/>
                </a:lnTo>
                <a:lnTo>
                  <a:pt x="54527" y="54527"/>
                </a:lnTo>
                <a:lnTo>
                  <a:pt x="92213" y="25415"/>
                </a:lnTo>
                <a:lnTo>
                  <a:pt x="136702" y="6649"/>
                </a:lnTo>
                <a:lnTo>
                  <a:pt x="186221" y="0"/>
                </a:lnTo>
                <a:lnTo>
                  <a:pt x="235740" y="6649"/>
                </a:lnTo>
                <a:lnTo>
                  <a:pt x="280228" y="25415"/>
                </a:lnTo>
                <a:lnTo>
                  <a:pt x="317914" y="54527"/>
                </a:lnTo>
                <a:lnTo>
                  <a:pt x="347026" y="92213"/>
                </a:lnTo>
                <a:lnTo>
                  <a:pt x="365793" y="136702"/>
                </a:lnTo>
                <a:lnTo>
                  <a:pt x="370843" y="174310"/>
                </a:lnTo>
                <a:lnTo>
                  <a:pt x="370843" y="198131"/>
                </a:lnTo>
                <a:lnTo>
                  <a:pt x="347026" y="280228"/>
                </a:lnTo>
                <a:lnTo>
                  <a:pt x="317914" y="317914"/>
                </a:lnTo>
                <a:lnTo>
                  <a:pt x="280228" y="347026"/>
                </a:lnTo>
                <a:lnTo>
                  <a:pt x="235740" y="365793"/>
                </a:lnTo>
                <a:lnTo>
                  <a:pt x="186221" y="372442"/>
                </a:lnTo>
                <a:close/>
              </a:path>
              <a:path w="370840" h="1485900">
                <a:moveTo>
                  <a:pt x="186221" y="931105"/>
                </a:moveTo>
                <a:lnTo>
                  <a:pt x="136702" y="924456"/>
                </a:lnTo>
                <a:lnTo>
                  <a:pt x="92213" y="905690"/>
                </a:lnTo>
                <a:lnTo>
                  <a:pt x="54527" y="876577"/>
                </a:lnTo>
                <a:lnTo>
                  <a:pt x="25415" y="838891"/>
                </a:lnTo>
                <a:lnTo>
                  <a:pt x="6649" y="794403"/>
                </a:lnTo>
                <a:lnTo>
                  <a:pt x="0" y="744884"/>
                </a:lnTo>
                <a:lnTo>
                  <a:pt x="6649" y="695365"/>
                </a:lnTo>
                <a:lnTo>
                  <a:pt x="25415" y="650877"/>
                </a:lnTo>
                <a:lnTo>
                  <a:pt x="54527" y="613191"/>
                </a:lnTo>
                <a:lnTo>
                  <a:pt x="92213" y="584079"/>
                </a:lnTo>
                <a:lnTo>
                  <a:pt x="136702" y="565312"/>
                </a:lnTo>
                <a:lnTo>
                  <a:pt x="186221" y="558663"/>
                </a:lnTo>
                <a:lnTo>
                  <a:pt x="235740" y="565312"/>
                </a:lnTo>
                <a:lnTo>
                  <a:pt x="280228" y="584079"/>
                </a:lnTo>
                <a:lnTo>
                  <a:pt x="317914" y="613191"/>
                </a:lnTo>
                <a:lnTo>
                  <a:pt x="347026" y="650877"/>
                </a:lnTo>
                <a:lnTo>
                  <a:pt x="365793" y="695365"/>
                </a:lnTo>
                <a:lnTo>
                  <a:pt x="370843" y="732973"/>
                </a:lnTo>
                <a:lnTo>
                  <a:pt x="370843" y="756795"/>
                </a:lnTo>
                <a:lnTo>
                  <a:pt x="347026" y="838891"/>
                </a:lnTo>
                <a:lnTo>
                  <a:pt x="317914" y="876577"/>
                </a:lnTo>
                <a:lnTo>
                  <a:pt x="280228" y="905690"/>
                </a:lnTo>
                <a:lnTo>
                  <a:pt x="235740" y="924456"/>
                </a:lnTo>
                <a:lnTo>
                  <a:pt x="186221" y="931105"/>
                </a:lnTo>
                <a:close/>
              </a:path>
              <a:path w="370840" h="1485900">
                <a:moveTo>
                  <a:pt x="215038" y="1485899"/>
                </a:moveTo>
                <a:lnTo>
                  <a:pt x="157404" y="1485899"/>
                </a:lnTo>
                <a:lnTo>
                  <a:pt x="136702" y="1483120"/>
                </a:lnTo>
                <a:lnTo>
                  <a:pt x="92213" y="1464353"/>
                </a:lnTo>
                <a:lnTo>
                  <a:pt x="54527" y="1435241"/>
                </a:lnTo>
                <a:lnTo>
                  <a:pt x="25415" y="1397555"/>
                </a:lnTo>
                <a:lnTo>
                  <a:pt x="6649" y="1353067"/>
                </a:lnTo>
                <a:lnTo>
                  <a:pt x="0" y="1303548"/>
                </a:lnTo>
                <a:lnTo>
                  <a:pt x="6649" y="1254029"/>
                </a:lnTo>
                <a:lnTo>
                  <a:pt x="25415" y="1209541"/>
                </a:lnTo>
                <a:lnTo>
                  <a:pt x="54527" y="1171854"/>
                </a:lnTo>
                <a:lnTo>
                  <a:pt x="92213" y="1142742"/>
                </a:lnTo>
                <a:lnTo>
                  <a:pt x="136702" y="1123976"/>
                </a:lnTo>
                <a:lnTo>
                  <a:pt x="186221" y="1117327"/>
                </a:lnTo>
                <a:lnTo>
                  <a:pt x="235740" y="1123976"/>
                </a:lnTo>
                <a:lnTo>
                  <a:pt x="280228" y="1142742"/>
                </a:lnTo>
                <a:lnTo>
                  <a:pt x="317914" y="1171854"/>
                </a:lnTo>
                <a:lnTo>
                  <a:pt x="347026" y="1209541"/>
                </a:lnTo>
                <a:lnTo>
                  <a:pt x="365793" y="1254029"/>
                </a:lnTo>
                <a:lnTo>
                  <a:pt x="370843" y="1291637"/>
                </a:lnTo>
                <a:lnTo>
                  <a:pt x="370843" y="1315459"/>
                </a:lnTo>
                <a:lnTo>
                  <a:pt x="347026" y="1397555"/>
                </a:lnTo>
                <a:lnTo>
                  <a:pt x="317914" y="1435241"/>
                </a:lnTo>
                <a:lnTo>
                  <a:pt x="280228" y="1464353"/>
                </a:lnTo>
                <a:lnTo>
                  <a:pt x="235740" y="1483120"/>
                </a:lnTo>
                <a:lnTo>
                  <a:pt x="215038" y="14858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" name="object 12"/>
          <p:cNvGrpSpPr/>
          <p:nvPr/>
        </p:nvGrpSpPr>
        <p:grpSpPr>
          <a:xfrm>
            <a:off x="9423945" y="1889842"/>
            <a:ext cx="1682114" cy="805180"/>
            <a:chOff x="9423945" y="1889842"/>
            <a:chExt cx="1682114" cy="805180"/>
          </a:xfrm>
        </p:grpSpPr>
        <p:sp>
          <p:nvSpPr>
            <p:cNvPr id="13" name="object 13"/>
            <p:cNvSpPr/>
            <p:nvPr/>
          </p:nvSpPr>
          <p:spPr>
            <a:xfrm>
              <a:off x="10067896" y="1898636"/>
              <a:ext cx="394335" cy="788035"/>
            </a:xfrm>
            <a:custGeom>
              <a:avLst/>
              <a:gdLst/>
              <a:ahLst/>
              <a:cxnLst/>
              <a:rect l="l" t="t" r="r" b="b"/>
              <a:pathLst>
                <a:path w="394334" h="788035">
                  <a:moveTo>
                    <a:pt x="0" y="787941"/>
                  </a:moveTo>
                  <a:lnTo>
                    <a:pt x="393991" y="393991"/>
                  </a:lnTo>
                  <a:lnTo>
                    <a:pt x="0" y="0"/>
                  </a:lnTo>
                  <a:lnTo>
                    <a:pt x="0" y="78794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9423945" y="1889842"/>
              <a:ext cx="1682114" cy="805180"/>
            </a:xfrm>
            <a:custGeom>
              <a:avLst/>
              <a:gdLst/>
              <a:ahLst/>
              <a:cxnLst/>
              <a:rect l="l" t="t" r="r" b="b"/>
              <a:pathLst>
                <a:path w="1682115" h="805180">
                  <a:moveTo>
                    <a:pt x="643003" y="804762"/>
                  </a:moveTo>
                  <a:lnTo>
                    <a:pt x="646287" y="804762"/>
                  </a:lnTo>
                  <a:lnTo>
                    <a:pt x="648165" y="803989"/>
                  </a:lnTo>
                  <a:lnTo>
                    <a:pt x="1045292" y="406877"/>
                  </a:lnTo>
                  <a:lnTo>
                    <a:pt x="1046077" y="404984"/>
                  </a:lnTo>
                  <a:lnTo>
                    <a:pt x="1046077" y="400547"/>
                  </a:lnTo>
                  <a:lnTo>
                    <a:pt x="1045292" y="398653"/>
                  </a:lnTo>
                  <a:lnTo>
                    <a:pt x="647088" y="595"/>
                  </a:lnTo>
                  <a:lnTo>
                    <a:pt x="644171" y="6"/>
                  </a:lnTo>
                  <a:lnTo>
                    <a:pt x="640861" y="1369"/>
                  </a:lnTo>
                  <a:lnTo>
                    <a:pt x="637620" y="2783"/>
                  </a:lnTo>
                  <a:lnTo>
                    <a:pt x="636014" y="5258"/>
                  </a:lnTo>
                  <a:lnTo>
                    <a:pt x="636015" y="28181"/>
                  </a:lnTo>
                  <a:lnTo>
                    <a:pt x="651979" y="28181"/>
                  </a:lnTo>
                  <a:lnTo>
                    <a:pt x="1026583" y="402785"/>
                  </a:lnTo>
                  <a:lnTo>
                    <a:pt x="651979" y="777350"/>
                  </a:lnTo>
                  <a:lnTo>
                    <a:pt x="636036" y="777350"/>
                  </a:lnTo>
                  <a:lnTo>
                    <a:pt x="636037" y="800310"/>
                  </a:lnTo>
                  <a:lnTo>
                    <a:pt x="637682" y="802786"/>
                  </a:lnTo>
                  <a:lnTo>
                    <a:pt x="641973" y="804561"/>
                  </a:lnTo>
                  <a:lnTo>
                    <a:pt x="643003" y="804762"/>
                  </a:lnTo>
                  <a:close/>
                </a:path>
                <a:path w="1682115" h="805180">
                  <a:moveTo>
                    <a:pt x="636036" y="777350"/>
                  </a:moveTo>
                  <a:lnTo>
                    <a:pt x="651979" y="777350"/>
                  </a:lnTo>
                  <a:lnTo>
                    <a:pt x="651979" y="28181"/>
                  </a:lnTo>
                  <a:lnTo>
                    <a:pt x="636015" y="28181"/>
                  </a:lnTo>
                  <a:lnTo>
                    <a:pt x="636036" y="777350"/>
                  </a:lnTo>
                  <a:close/>
                </a:path>
                <a:path w="1682115" h="805180">
                  <a:moveTo>
                    <a:pt x="3088" y="804762"/>
                  </a:moveTo>
                  <a:lnTo>
                    <a:pt x="6373" y="804762"/>
                  </a:lnTo>
                  <a:lnTo>
                    <a:pt x="8250" y="803989"/>
                  </a:lnTo>
                  <a:lnTo>
                    <a:pt x="405378" y="406877"/>
                  </a:lnTo>
                  <a:lnTo>
                    <a:pt x="406162" y="404984"/>
                  </a:lnTo>
                  <a:lnTo>
                    <a:pt x="406162" y="400547"/>
                  </a:lnTo>
                  <a:lnTo>
                    <a:pt x="405378" y="398653"/>
                  </a:lnTo>
                  <a:lnTo>
                    <a:pt x="9656" y="3135"/>
                  </a:lnTo>
                  <a:lnTo>
                    <a:pt x="7127" y="755"/>
                  </a:lnTo>
                  <a:lnTo>
                    <a:pt x="4261" y="235"/>
                  </a:lnTo>
                  <a:lnTo>
                    <a:pt x="0" y="2018"/>
                  </a:lnTo>
                  <a:lnTo>
                    <a:pt x="0" y="803716"/>
                  </a:lnTo>
                  <a:lnTo>
                    <a:pt x="2058" y="804561"/>
                  </a:lnTo>
                  <a:lnTo>
                    <a:pt x="3088" y="804762"/>
                  </a:lnTo>
                  <a:close/>
                </a:path>
                <a:path w="1682115" h="805180">
                  <a:moveTo>
                    <a:pt x="1282851" y="804758"/>
                  </a:moveTo>
                  <a:lnTo>
                    <a:pt x="1286174" y="804758"/>
                  </a:lnTo>
                  <a:lnTo>
                    <a:pt x="1288028" y="804000"/>
                  </a:lnTo>
                  <a:lnTo>
                    <a:pt x="1682054" y="409947"/>
                  </a:lnTo>
                  <a:lnTo>
                    <a:pt x="1682054" y="395584"/>
                  </a:lnTo>
                  <a:lnTo>
                    <a:pt x="1287081" y="589"/>
                  </a:lnTo>
                  <a:lnTo>
                    <a:pt x="1284161" y="0"/>
                  </a:lnTo>
                  <a:lnTo>
                    <a:pt x="1277531" y="2733"/>
                  </a:lnTo>
                  <a:lnTo>
                    <a:pt x="1275875" y="5209"/>
                  </a:lnTo>
                  <a:lnTo>
                    <a:pt x="1275878" y="800323"/>
                  </a:lnTo>
                  <a:lnTo>
                    <a:pt x="1277537" y="802798"/>
                  </a:lnTo>
                  <a:lnTo>
                    <a:pt x="1281834" y="804557"/>
                  </a:lnTo>
                  <a:lnTo>
                    <a:pt x="1282851" y="804758"/>
                  </a:lnTo>
                  <a:close/>
                </a:path>
              </a:pathLst>
            </a:custGeom>
            <a:solidFill>
              <a:srgbClr val="002F6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851715" y="3153218"/>
            <a:ext cx="5904230" cy="78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0" spc="-490" dirty="0">
                <a:solidFill>
                  <a:srgbClr val="002F60"/>
                </a:solidFill>
              </a:rPr>
              <a:t>BUS</a:t>
            </a:r>
            <a:r>
              <a:rPr sz="5000" spc="-680" dirty="0">
                <a:solidFill>
                  <a:srgbClr val="002F60"/>
                </a:solidFill>
              </a:rPr>
              <a:t> </a:t>
            </a:r>
            <a:r>
              <a:rPr sz="5000" spc="-375" dirty="0">
                <a:solidFill>
                  <a:srgbClr val="002F60"/>
                </a:solidFill>
              </a:rPr>
              <a:t>ATTENDANCE</a:t>
            </a:r>
            <a:endParaRPr sz="5000"/>
          </a:p>
        </p:txBody>
      </p:sp>
      <p:sp>
        <p:nvSpPr>
          <p:cNvPr id="16" name="object 16"/>
          <p:cNvSpPr txBox="1"/>
          <p:nvPr/>
        </p:nvSpPr>
        <p:spPr>
          <a:xfrm>
            <a:off x="1851715" y="3791392"/>
            <a:ext cx="6698615" cy="2063750"/>
          </a:xfrm>
          <a:prstGeom prst="rect">
            <a:avLst/>
          </a:prstGeom>
        </p:spPr>
        <p:txBody>
          <a:bodyPr vert="horz" wrap="square" lIns="0" tIns="135890" rIns="0" bIns="0" rtlCol="0">
            <a:spAutoFit/>
          </a:bodyPr>
          <a:lstStyle/>
          <a:p>
            <a:pPr marL="12700" marR="5080" algn="just">
              <a:lnSpc>
                <a:spcPts val="5030"/>
              </a:lnSpc>
              <a:spcBef>
                <a:spcPts val="1070"/>
              </a:spcBef>
            </a:pPr>
            <a:r>
              <a:rPr sz="5000" spc="-625" dirty="0">
                <a:solidFill>
                  <a:srgbClr val="002F60"/>
                </a:solidFill>
                <a:latin typeface="Arial Black" panose="020B0A04020102020204"/>
                <a:cs typeface="Arial Black" panose="020B0A04020102020204"/>
              </a:rPr>
              <a:t>SYSTEM</a:t>
            </a:r>
            <a:r>
              <a:rPr sz="5000" spc="235" dirty="0">
                <a:solidFill>
                  <a:srgbClr val="002F60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5000" spc="-505" dirty="0">
                <a:solidFill>
                  <a:srgbClr val="002F60"/>
                </a:solidFill>
                <a:latin typeface="Arial Black" panose="020B0A04020102020204"/>
                <a:cs typeface="Arial Black" panose="020B0A04020102020204"/>
              </a:rPr>
              <a:t>USING</a:t>
            </a:r>
            <a:r>
              <a:rPr sz="5000" spc="110" dirty="0">
                <a:solidFill>
                  <a:srgbClr val="002F60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5000" spc="-440" dirty="0">
                <a:solidFill>
                  <a:srgbClr val="002F60"/>
                </a:solidFill>
                <a:latin typeface="Arial Black" panose="020B0A04020102020204"/>
                <a:cs typeface="Arial Black" panose="020B0A04020102020204"/>
              </a:rPr>
              <a:t>FACE </a:t>
            </a:r>
            <a:r>
              <a:rPr sz="5000" spc="-300" dirty="0">
                <a:solidFill>
                  <a:srgbClr val="002F60"/>
                </a:solidFill>
                <a:latin typeface="Arial Black" panose="020B0A04020102020204"/>
                <a:cs typeface="Arial Black" panose="020B0A04020102020204"/>
              </a:rPr>
              <a:t>RECOGNITION</a:t>
            </a:r>
            <a:r>
              <a:rPr sz="5000" spc="-55" dirty="0">
                <a:solidFill>
                  <a:srgbClr val="002F60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5000" spc="-70" dirty="0">
                <a:solidFill>
                  <a:srgbClr val="002F60"/>
                </a:solidFill>
                <a:latin typeface="Arial Black" panose="020B0A04020102020204"/>
                <a:cs typeface="Arial Black" panose="020B0A04020102020204"/>
              </a:rPr>
              <a:t>WITH </a:t>
            </a:r>
            <a:r>
              <a:rPr sz="5000" spc="-325" dirty="0">
                <a:solidFill>
                  <a:srgbClr val="002F60"/>
                </a:solidFill>
                <a:latin typeface="Arial Black" panose="020B0A04020102020204"/>
                <a:cs typeface="Arial Black" panose="020B0A04020102020204"/>
              </a:rPr>
              <a:t>SMS</a:t>
            </a:r>
            <a:r>
              <a:rPr sz="5000" spc="-685" dirty="0">
                <a:solidFill>
                  <a:srgbClr val="002F60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5000" spc="-475" dirty="0">
                <a:solidFill>
                  <a:srgbClr val="002F60"/>
                </a:solidFill>
                <a:latin typeface="Arial Black" panose="020B0A04020102020204"/>
                <a:cs typeface="Arial Black" panose="020B0A04020102020204"/>
              </a:rPr>
              <a:t>ALERTS</a:t>
            </a:r>
            <a:endParaRPr sz="5000">
              <a:latin typeface="Arial Black" panose="020B0A04020102020204"/>
              <a:cs typeface="Arial Black" panose="020B0A04020102020204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8266780" y="0"/>
            <a:ext cx="10097770" cy="10287000"/>
            <a:chOff x="8266780" y="0"/>
            <a:chExt cx="10097770" cy="10287000"/>
          </a:xfrm>
        </p:grpSpPr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66780" y="0"/>
              <a:ext cx="10021218" cy="1028699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66780" y="3765853"/>
              <a:ext cx="7562849" cy="652114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874837" y="4139977"/>
              <a:ext cx="413162" cy="82632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7874859" y="4139955"/>
              <a:ext cx="413384" cy="826769"/>
            </a:xfrm>
            <a:custGeom>
              <a:avLst/>
              <a:gdLst/>
              <a:ahLst/>
              <a:cxnLst/>
              <a:rect l="l" t="t" r="r" b="b"/>
              <a:pathLst>
                <a:path w="413384" h="826770">
                  <a:moveTo>
                    <a:pt x="413162" y="826324"/>
                  </a:moveTo>
                  <a:lnTo>
                    <a:pt x="0" y="413162"/>
                  </a:lnTo>
                  <a:lnTo>
                    <a:pt x="413118" y="0"/>
                  </a:lnTo>
                </a:path>
              </a:pathLst>
            </a:custGeom>
            <a:ln w="152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46670" y="1889680"/>
              <a:ext cx="9541329" cy="570547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9497776" y="3353140"/>
            <a:ext cx="817854" cy="72037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97776" y="4184128"/>
            <a:ext cx="817854" cy="72037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9497776" y="5018806"/>
            <a:ext cx="817854" cy="72037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97776" y="5853485"/>
            <a:ext cx="817854" cy="72037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97776" y="6688163"/>
            <a:ext cx="817854" cy="72037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97776" y="7522841"/>
            <a:ext cx="817854" cy="72037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9497776" y="8357520"/>
            <a:ext cx="817854" cy="72037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6" y="8243220"/>
            <a:ext cx="152694" cy="15269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2001" y="8243220"/>
            <a:ext cx="152694" cy="15269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83825" y="8243220"/>
            <a:ext cx="152694" cy="15269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25650" y="8243220"/>
            <a:ext cx="152694" cy="15269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67475" y="8243220"/>
            <a:ext cx="152694" cy="15269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6" y="8685044"/>
            <a:ext cx="152694" cy="15269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2001" y="8685044"/>
            <a:ext cx="152694" cy="15269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83825" y="8685044"/>
            <a:ext cx="152694" cy="15269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25650" y="8685044"/>
            <a:ext cx="152694" cy="15269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67475" y="8685044"/>
            <a:ext cx="152694" cy="152694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6" y="9126869"/>
            <a:ext cx="152694" cy="152694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2001" y="9126869"/>
            <a:ext cx="152694" cy="152694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83825" y="9126869"/>
            <a:ext cx="152694" cy="152694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25650" y="9126869"/>
            <a:ext cx="152694" cy="152694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67475" y="9126869"/>
            <a:ext cx="152694" cy="152694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6" y="9568693"/>
            <a:ext cx="152694" cy="152694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2001" y="9568693"/>
            <a:ext cx="152694" cy="152694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83825" y="9568693"/>
            <a:ext cx="152694" cy="152694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25650" y="9568693"/>
            <a:ext cx="152694" cy="152694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67475" y="9568693"/>
            <a:ext cx="152694" cy="152694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09299" y="9568693"/>
            <a:ext cx="152694" cy="152694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51124" y="9568693"/>
            <a:ext cx="152694" cy="152694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92949" y="9568693"/>
            <a:ext cx="152694" cy="152694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6" y="10010518"/>
            <a:ext cx="152694" cy="152694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2001" y="10010518"/>
            <a:ext cx="152694" cy="152694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83825" y="10010518"/>
            <a:ext cx="152694" cy="152694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25650" y="10010518"/>
            <a:ext cx="152694" cy="152694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67475" y="10010518"/>
            <a:ext cx="152694" cy="152694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09299" y="10010518"/>
            <a:ext cx="152694" cy="152694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51124" y="10010518"/>
            <a:ext cx="152694" cy="152694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92949" y="10010518"/>
            <a:ext cx="152694" cy="152694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963738" y="9258300"/>
            <a:ext cx="4324261" cy="1028699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497777" y="0"/>
            <a:ext cx="8790223" cy="1028699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0"/>
            <a:ext cx="1413676" cy="2734408"/>
          </a:xfrm>
          <a:prstGeom prst="rect">
            <a:avLst/>
          </a:prstGeom>
        </p:spPr>
      </p:pic>
      <p:sp>
        <p:nvSpPr>
          <p:cNvPr id="48" name="object 48"/>
          <p:cNvSpPr/>
          <p:nvPr/>
        </p:nvSpPr>
        <p:spPr>
          <a:xfrm>
            <a:off x="9497776" y="2874683"/>
            <a:ext cx="4349750" cy="76200"/>
          </a:xfrm>
          <a:custGeom>
            <a:avLst/>
            <a:gdLst/>
            <a:ahLst/>
            <a:cxnLst/>
            <a:rect l="l" t="t" r="r" b="b"/>
            <a:pathLst>
              <a:path w="4349750" h="76200">
                <a:moveTo>
                  <a:pt x="4349650" y="76199"/>
                </a:moveTo>
                <a:lnTo>
                  <a:pt x="0" y="76199"/>
                </a:lnTo>
                <a:lnTo>
                  <a:pt x="0" y="0"/>
                </a:lnTo>
                <a:lnTo>
                  <a:pt x="4349650" y="0"/>
                </a:lnTo>
                <a:lnTo>
                  <a:pt x="4349650" y="76199"/>
                </a:lnTo>
                <a:close/>
              </a:path>
            </a:pathLst>
          </a:custGeom>
          <a:solidFill>
            <a:srgbClr val="002F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>
            <a:spLocks noGrp="1"/>
          </p:cNvSpPr>
          <p:nvPr>
            <p:ph type="title"/>
          </p:nvPr>
        </p:nvSpPr>
        <p:spPr>
          <a:xfrm>
            <a:off x="9485076" y="1963490"/>
            <a:ext cx="4375150" cy="1046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700" spc="-365" dirty="0">
                <a:solidFill>
                  <a:srgbClr val="002F60"/>
                </a:solidFill>
              </a:rPr>
              <a:t>CONTENT</a:t>
            </a:r>
            <a:endParaRPr sz="6700"/>
          </a:p>
        </p:txBody>
      </p:sp>
      <p:grpSp>
        <p:nvGrpSpPr>
          <p:cNvPr id="50" name="object 50"/>
          <p:cNvGrpSpPr/>
          <p:nvPr/>
        </p:nvGrpSpPr>
        <p:grpSpPr>
          <a:xfrm>
            <a:off x="15573235" y="8100172"/>
            <a:ext cx="1682114" cy="805180"/>
            <a:chOff x="15573235" y="8100172"/>
            <a:chExt cx="1682114" cy="805180"/>
          </a:xfrm>
        </p:grpSpPr>
        <p:sp>
          <p:nvSpPr>
            <p:cNvPr id="51" name="object 51"/>
            <p:cNvSpPr/>
            <p:nvPr/>
          </p:nvSpPr>
          <p:spPr>
            <a:xfrm>
              <a:off x="16217186" y="8108966"/>
              <a:ext cx="394335" cy="788035"/>
            </a:xfrm>
            <a:custGeom>
              <a:avLst/>
              <a:gdLst/>
              <a:ahLst/>
              <a:cxnLst/>
              <a:rect l="l" t="t" r="r" b="b"/>
              <a:pathLst>
                <a:path w="394334" h="788034">
                  <a:moveTo>
                    <a:pt x="0" y="787941"/>
                  </a:moveTo>
                  <a:lnTo>
                    <a:pt x="393991" y="393991"/>
                  </a:lnTo>
                  <a:lnTo>
                    <a:pt x="0" y="0"/>
                  </a:lnTo>
                  <a:lnTo>
                    <a:pt x="0" y="78794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15573235" y="8100172"/>
              <a:ext cx="1682114" cy="805180"/>
            </a:xfrm>
            <a:custGeom>
              <a:avLst/>
              <a:gdLst/>
              <a:ahLst/>
              <a:cxnLst/>
              <a:rect l="l" t="t" r="r" b="b"/>
              <a:pathLst>
                <a:path w="1682115" h="805179">
                  <a:moveTo>
                    <a:pt x="643003" y="804762"/>
                  </a:moveTo>
                  <a:lnTo>
                    <a:pt x="646287" y="804762"/>
                  </a:lnTo>
                  <a:lnTo>
                    <a:pt x="648165" y="803989"/>
                  </a:lnTo>
                  <a:lnTo>
                    <a:pt x="1045292" y="406877"/>
                  </a:lnTo>
                  <a:lnTo>
                    <a:pt x="1046077" y="404984"/>
                  </a:lnTo>
                  <a:lnTo>
                    <a:pt x="1046077" y="400547"/>
                  </a:lnTo>
                  <a:lnTo>
                    <a:pt x="1045292" y="398653"/>
                  </a:lnTo>
                  <a:lnTo>
                    <a:pt x="647088" y="595"/>
                  </a:lnTo>
                  <a:lnTo>
                    <a:pt x="644171" y="6"/>
                  </a:lnTo>
                  <a:lnTo>
                    <a:pt x="640861" y="1369"/>
                  </a:lnTo>
                  <a:lnTo>
                    <a:pt x="637620" y="2783"/>
                  </a:lnTo>
                  <a:lnTo>
                    <a:pt x="636014" y="5258"/>
                  </a:lnTo>
                  <a:lnTo>
                    <a:pt x="636015" y="28181"/>
                  </a:lnTo>
                  <a:lnTo>
                    <a:pt x="651979" y="28181"/>
                  </a:lnTo>
                  <a:lnTo>
                    <a:pt x="1026583" y="402785"/>
                  </a:lnTo>
                  <a:lnTo>
                    <a:pt x="651979" y="777350"/>
                  </a:lnTo>
                  <a:lnTo>
                    <a:pt x="636036" y="777350"/>
                  </a:lnTo>
                  <a:lnTo>
                    <a:pt x="636037" y="800310"/>
                  </a:lnTo>
                  <a:lnTo>
                    <a:pt x="637682" y="802786"/>
                  </a:lnTo>
                  <a:lnTo>
                    <a:pt x="641973" y="804561"/>
                  </a:lnTo>
                  <a:lnTo>
                    <a:pt x="643003" y="804762"/>
                  </a:lnTo>
                  <a:close/>
                </a:path>
                <a:path w="1682115" h="805179">
                  <a:moveTo>
                    <a:pt x="636036" y="777350"/>
                  </a:moveTo>
                  <a:lnTo>
                    <a:pt x="651979" y="777350"/>
                  </a:lnTo>
                  <a:lnTo>
                    <a:pt x="651979" y="28181"/>
                  </a:lnTo>
                  <a:lnTo>
                    <a:pt x="636015" y="28181"/>
                  </a:lnTo>
                  <a:lnTo>
                    <a:pt x="636036" y="777350"/>
                  </a:lnTo>
                  <a:close/>
                </a:path>
                <a:path w="1682115" h="805179">
                  <a:moveTo>
                    <a:pt x="3088" y="804762"/>
                  </a:moveTo>
                  <a:lnTo>
                    <a:pt x="6373" y="804762"/>
                  </a:lnTo>
                  <a:lnTo>
                    <a:pt x="8250" y="803989"/>
                  </a:lnTo>
                  <a:lnTo>
                    <a:pt x="405378" y="406877"/>
                  </a:lnTo>
                  <a:lnTo>
                    <a:pt x="406162" y="404984"/>
                  </a:lnTo>
                  <a:lnTo>
                    <a:pt x="406162" y="400547"/>
                  </a:lnTo>
                  <a:lnTo>
                    <a:pt x="405378" y="398653"/>
                  </a:lnTo>
                  <a:lnTo>
                    <a:pt x="9656" y="3135"/>
                  </a:lnTo>
                  <a:lnTo>
                    <a:pt x="7127" y="755"/>
                  </a:lnTo>
                  <a:lnTo>
                    <a:pt x="4261" y="235"/>
                  </a:lnTo>
                  <a:lnTo>
                    <a:pt x="0" y="2018"/>
                  </a:lnTo>
                  <a:lnTo>
                    <a:pt x="0" y="803716"/>
                  </a:lnTo>
                  <a:lnTo>
                    <a:pt x="2058" y="804561"/>
                  </a:lnTo>
                  <a:lnTo>
                    <a:pt x="3088" y="804762"/>
                  </a:lnTo>
                  <a:close/>
                </a:path>
                <a:path w="1682115" h="805179">
                  <a:moveTo>
                    <a:pt x="1282851" y="804758"/>
                  </a:moveTo>
                  <a:lnTo>
                    <a:pt x="1286174" y="804758"/>
                  </a:lnTo>
                  <a:lnTo>
                    <a:pt x="1288028" y="804000"/>
                  </a:lnTo>
                  <a:lnTo>
                    <a:pt x="1682055" y="409946"/>
                  </a:lnTo>
                  <a:lnTo>
                    <a:pt x="1682055" y="395585"/>
                  </a:lnTo>
                  <a:lnTo>
                    <a:pt x="1287081" y="589"/>
                  </a:lnTo>
                  <a:lnTo>
                    <a:pt x="1284161" y="0"/>
                  </a:lnTo>
                  <a:lnTo>
                    <a:pt x="1277531" y="2733"/>
                  </a:lnTo>
                  <a:lnTo>
                    <a:pt x="1275875" y="5209"/>
                  </a:lnTo>
                  <a:lnTo>
                    <a:pt x="1275878" y="800323"/>
                  </a:lnTo>
                  <a:lnTo>
                    <a:pt x="1277537" y="802798"/>
                  </a:lnTo>
                  <a:lnTo>
                    <a:pt x="1281834" y="804557"/>
                  </a:lnTo>
                  <a:lnTo>
                    <a:pt x="1282851" y="804758"/>
                  </a:lnTo>
                  <a:close/>
                </a:path>
              </a:pathLst>
            </a:custGeom>
            <a:solidFill>
              <a:srgbClr val="002F6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/>
          <p:cNvSpPr txBox="1"/>
          <p:nvPr/>
        </p:nvSpPr>
        <p:spPr>
          <a:xfrm>
            <a:off x="10544116" y="3438035"/>
            <a:ext cx="3215640" cy="1219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70" dirty="0">
                <a:latin typeface="Lucida Sans Unicode" panose="020B0602030504020204"/>
                <a:cs typeface="Lucida Sans Unicode" panose="020B0602030504020204"/>
              </a:rPr>
              <a:t>Introduction</a:t>
            </a:r>
            <a:endParaRPr sz="2500">
              <a:latin typeface="Lucida Sans Unicode" panose="020B0602030504020204"/>
              <a:cs typeface="Lucida Sans Unicode" panose="020B0602030504020204"/>
            </a:endParaRPr>
          </a:p>
          <a:p>
            <a:pPr marL="34290">
              <a:lnSpc>
                <a:spcPct val="100000"/>
              </a:lnSpc>
              <a:spcBef>
                <a:spcPts val="3400"/>
              </a:spcBef>
            </a:pPr>
            <a:r>
              <a:rPr sz="2500" spc="100" dirty="0">
                <a:latin typeface="Lucida Sans Unicode" panose="020B0602030504020204"/>
                <a:cs typeface="Lucida Sans Unicode" panose="020B0602030504020204"/>
              </a:rPr>
              <a:t>Problem</a:t>
            </a:r>
            <a:r>
              <a:rPr sz="2500" spc="-22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500" spc="135" dirty="0">
                <a:latin typeface="Lucida Sans Unicode" panose="020B0602030504020204"/>
                <a:cs typeface="Lucida Sans Unicode" panose="020B0602030504020204"/>
              </a:rPr>
              <a:t>Statement</a:t>
            </a:r>
            <a:endParaRPr sz="250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0586170" y="5153602"/>
            <a:ext cx="177038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95" dirty="0">
                <a:latin typeface="Lucida Sans Unicode" panose="020B0602030504020204"/>
                <a:cs typeface="Lucida Sans Unicode" panose="020B0602030504020204"/>
              </a:rPr>
              <a:t>Objectives</a:t>
            </a:r>
            <a:endParaRPr sz="250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9655832" y="3489697"/>
            <a:ext cx="5325745" cy="5344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100"/>
              </a:spcBef>
            </a:pPr>
            <a:r>
              <a:rPr sz="2500" spc="-28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01</a:t>
            </a:r>
            <a:endParaRPr sz="2500">
              <a:latin typeface="Lucida Sans Unicode" panose="020B0602030504020204"/>
              <a:cs typeface="Lucida Sans Unicode" panose="020B0602030504020204"/>
            </a:endParaRPr>
          </a:p>
          <a:p>
            <a:pPr marL="38100">
              <a:lnSpc>
                <a:spcPct val="100000"/>
              </a:lnSpc>
              <a:spcBef>
                <a:spcPts val="3540"/>
              </a:spcBef>
            </a:pPr>
            <a:r>
              <a:rPr sz="2500" spc="55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02</a:t>
            </a:r>
            <a:endParaRPr sz="2500">
              <a:latin typeface="Lucida Sans Unicode" panose="020B0602030504020204"/>
              <a:cs typeface="Lucida Sans Unicode" panose="020B0602030504020204"/>
            </a:endParaRPr>
          </a:p>
          <a:p>
            <a:pPr marL="43180">
              <a:lnSpc>
                <a:spcPct val="100000"/>
              </a:lnSpc>
              <a:spcBef>
                <a:spcPts val="3575"/>
              </a:spcBef>
            </a:pPr>
            <a:r>
              <a:rPr sz="2500" spc="-25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03</a:t>
            </a:r>
            <a:endParaRPr sz="2500">
              <a:latin typeface="Lucida Sans Unicode" panose="020B0602030504020204"/>
              <a:cs typeface="Lucida Sans Unicode" panose="020B0602030504020204"/>
            </a:endParaRPr>
          </a:p>
          <a:p>
            <a:pPr marL="38100" marR="1010285" indent="4445">
              <a:lnSpc>
                <a:spcPct val="211000"/>
              </a:lnSpc>
              <a:spcBef>
                <a:spcPts val="685"/>
              </a:spcBef>
              <a:tabLst>
                <a:tab pos="942975" algn="l"/>
                <a:tab pos="976630" algn="l"/>
              </a:tabLst>
            </a:pPr>
            <a:r>
              <a:rPr sz="3750" spc="-37" baseline="1000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04</a:t>
            </a:r>
            <a:r>
              <a:rPr sz="3750" baseline="1000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		</a:t>
            </a:r>
            <a:r>
              <a:rPr sz="3750" spc="-1005" baseline="1000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500" spc="130" dirty="0">
                <a:latin typeface="Lucida Sans Unicode" panose="020B0602030504020204"/>
                <a:cs typeface="Lucida Sans Unicode" panose="020B0602030504020204"/>
              </a:rPr>
              <a:t>System</a:t>
            </a:r>
            <a:r>
              <a:rPr sz="2500" spc="-21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500" spc="95" dirty="0">
                <a:latin typeface="Lucida Sans Unicode" panose="020B0602030504020204"/>
                <a:cs typeface="Lucida Sans Unicode" panose="020B0602030504020204"/>
              </a:rPr>
              <a:t>Architecture </a:t>
            </a:r>
            <a:r>
              <a:rPr sz="2500" spc="-25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05</a:t>
            </a:r>
            <a:r>
              <a:rPr sz="250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		</a:t>
            </a:r>
            <a:r>
              <a:rPr sz="2500" spc="95" dirty="0">
                <a:latin typeface="Lucida Sans Unicode" panose="020B0602030504020204"/>
                <a:cs typeface="Lucida Sans Unicode" panose="020B0602030504020204"/>
              </a:rPr>
              <a:t>Working</a:t>
            </a:r>
            <a:r>
              <a:rPr sz="2500" spc="-17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500" spc="80" dirty="0">
                <a:latin typeface="Lucida Sans Unicode" panose="020B0602030504020204"/>
                <a:cs typeface="Lucida Sans Unicode" panose="020B0602030504020204"/>
              </a:rPr>
              <a:t>Principle </a:t>
            </a:r>
            <a:r>
              <a:rPr sz="2500" spc="55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06</a:t>
            </a:r>
            <a:r>
              <a:rPr sz="250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2500" spc="70" dirty="0">
                <a:latin typeface="Lucida Sans Unicode" panose="020B0602030504020204"/>
                <a:cs typeface="Lucida Sans Unicode" panose="020B0602030504020204"/>
              </a:rPr>
              <a:t>Technologies</a:t>
            </a:r>
            <a:r>
              <a:rPr sz="2500" spc="-25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500" spc="95" dirty="0">
                <a:latin typeface="Lucida Sans Unicode" panose="020B0602030504020204"/>
                <a:cs typeface="Lucida Sans Unicode" panose="020B0602030504020204"/>
              </a:rPr>
              <a:t>Used</a:t>
            </a:r>
            <a:endParaRPr sz="2500">
              <a:latin typeface="Lucida Sans Unicode" panose="020B0602030504020204"/>
              <a:cs typeface="Lucida Sans Unicode" panose="020B0602030504020204"/>
            </a:endParaRPr>
          </a:p>
          <a:p>
            <a:pPr marL="57150">
              <a:lnSpc>
                <a:spcPct val="100000"/>
              </a:lnSpc>
              <a:spcBef>
                <a:spcPts val="3055"/>
              </a:spcBef>
              <a:tabLst>
                <a:tab pos="922655" algn="l"/>
              </a:tabLst>
            </a:pPr>
            <a:r>
              <a:rPr sz="3750" spc="-37" baseline="-1100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07</a:t>
            </a:r>
            <a:r>
              <a:rPr sz="3750" baseline="-1100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2500" spc="95" dirty="0">
                <a:latin typeface="Lucida Sans Unicode" panose="020B0602030504020204"/>
                <a:cs typeface="Lucida Sans Unicode" panose="020B0602030504020204"/>
              </a:rPr>
              <a:t>Conclusion</a:t>
            </a:r>
            <a:r>
              <a:rPr sz="2500" spc="-15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500" dirty="0">
                <a:latin typeface="Lucida Sans Unicode" panose="020B0602030504020204"/>
                <a:cs typeface="Lucida Sans Unicode" panose="020B0602030504020204"/>
              </a:rPr>
              <a:t>&amp;</a:t>
            </a:r>
            <a:r>
              <a:rPr sz="2500" spc="-2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500" spc="65" dirty="0">
                <a:latin typeface="Lucida Sans Unicode" panose="020B0602030504020204"/>
                <a:cs typeface="Lucida Sans Unicode" panose="020B0602030504020204"/>
              </a:rPr>
              <a:t>Future</a:t>
            </a:r>
            <a:r>
              <a:rPr sz="2500" spc="-25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500" spc="170" dirty="0">
                <a:latin typeface="Lucida Sans Unicode" panose="020B0602030504020204"/>
                <a:cs typeface="Lucida Sans Unicode" panose="020B0602030504020204"/>
              </a:rPr>
              <a:t>Scope</a:t>
            </a:r>
            <a:endParaRPr sz="2500">
              <a:latin typeface="Lucida Sans Unicode" panose="020B0602030504020204"/>
              <a:cs typeface="Lucida Sans Unicode" panose="020B0602030504020204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317" y="1224787"/>
            <a:ext cx="5896083" cy="57118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9923912" y="0"/>
            <a:ext cx="8364088" cy="88127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4246469" y="9039202"/>
            <a:ext cx="1682114" cy="805180"/>
            <a:chOff x="14246469" y="9039202"/>
            <a:chExt cx="1682114" cy="805180"/>
          </a:xfrm>
        </p:grpSpPr>
        <p:sp>
          <p:nvSpPr>
            <p:cNvPr id="4" name="object 4"/>
            <p:cNvSpPr/>
            <p:nvPr/>
          </p:nvSpPr>
          <p:spPr>
            <a:xfrm>
              <a:off x="14890420" y="9047997"/>
              <a:ext cx="394335" cy="788035"/>
            </a:xfrm>
            <a:custGeom>
              <a:avLst/>
              <a:gdLst/>
              <a:ahLst/>
              <a:cxnLst/>
              <a:rect l="l" t="t" r="r" b="b"/>
              <a:pathLst>
                <a:path w="394334" h="788034">
                  <a:moveTo>
                    <a:pt x="0" y="787941"/>
                  </a:moveTo>
                  <a:lnTo>
                    <a:pt x="393991" y="393991"/>
                  </a:lnTo>
                  <a:lnTo>
                    <a:pt x="0" y="0"/>
                  </a:lnTo>
                  <a:lnTo>
                    <a:pt x="0" y="78794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4246469" y="9039202"/>
              <a:ext cx="1682114" cy="805180"/>
            </a:xfrm>
            <a:custGeom>
              <a:avLst/>
              <a:gdLst/>
              <a:ahLst/>
              <a:cxnLst/>
              <a:rect l="l" t="t" r="r" b="b"/>
              <a:pathLst>
                <a:path w="1682115" h="805179">
                  <a:moveTo>
                    <a:pt x="643003" y="804762"/>
                  </a:moveTo>
                  <a:lnTo>
                    <a:pt x="646287" y="804762"/>
                  </a:lnTo>
                  <a:lnTo>
                    <a:pt x="648165" y="803989"/>
                  </a:lnTo>
                  <a:lnTo>
                    <a:pt x="1045292" y="406877"/>
                  </a:lnTo>
                  <a:lnTo>
                    <a:pt x="1046077" y="404984"/>
                  </a:lnTo>
                  <a:lnTo>
                    <a:pt x="1046077" y="400547"/>
                  </a:lnTo>
                  <a:lnTo>
                    <a:pt x="1045292" y="398653"/>
                  </a:lnTo>
                  <a:lnTo>
                    <a:pt x="647088" y="595"/>
                  </a:lnTo>
                  <a:lnTo>
                    <a:pt x="644171" y="6"/>
                  </a:lnTo>
                  <a:lnTo>
                    <a:pt x="640861" y="1369"/>
                  </a:lnTo>
                  <a:lnTo>
                    <a:pt x="637620" y="2783"/>
                  </a:lnTo>
                  <a:lnTo>
                    <a:pt x="636014" y="5258"/>
                  </a:lnTo>
                  <a:lnTo>
                    <a:pt x="636015" y="28181"/>
                  </a:lnTo>
                  <a:lnTo>
                    <a:pt x="651979" y="28181"/>
                  </a:lnTo>
                  <a:lnTo>
                    <a:pt x="1026583" y="402785"/>
                  </a:lnTo>
                  <a:lnTo>
                    <a:pt x="651979" y="777350"/>
                  </a:lnTo>
                  <a:lnTo>
                    <a:pt x="636036" y="777350"/>
                  </a:lnTo>
                  <a:lnTo>
                    <a:pt x="636037" y="800310"/>
                  </a:lnTo>
                  <a:lnTo>
                    <a:pt x="637682" y="802786"/>
                  </a:lnTo>
                  <a:lnTo>
                    <a:pt x="641973" y="804561"/>
                  </a:lnTo>
                  <a:lnTo>
                    <a:pt x="643003" y="804762"/>
                  </a:lnTo>
                  <a:close/>
                </a:path>
                <a:path w="1682115" h="805179">
                  <a:moveTo>
                    <a:pt x="636036" y="777350"/>
                  </a:moveTo>
                  <a:lnTo>
                    <a:pt x="651979" y="777350"/>
                  </a:lnTo>
                  <a:lnTo>
                    <a:pt x="651979" y="28181"/>
                  </a:lnTo>
                  <a:lnTo>
                    <a:pt x="636015" y="28181"/>
                  </a:lnTo>
                  <a:lnTo>
                    <a:pt x="636036" y="777350"/>
                  </a:lnTo>
                  <a:close/>
                </a:path>
                <a:path w="1682115" h="805179">
                  <a:moveTo>
                    <a:pt x="3088" y="804762"/>
                  </a:moveTo>
                  <a:lnTo>
                    <a:pt x="6373" y="804762"/>
                  </a:lnTo>
                  <a:lnTo>
                    <a:pt x="8250" y="803989"/>
                  </a:lnTo>
                  <a:lnTo>
                    <a:pt x="405378" y="406877"/>
                  </a:lnTo>
                  <a:lnTo>
                    <a:pt x="406162" y="404984"/>
                  </a:lnTo>
                  <a:lnTo>
                    <a:pt x="406162" y="400547"/>
                  </a:lnTo>
                  <a:lnTo>
                    <a:pt x="405378" y="398653"/>
                  </a:lnTo>
                  <a:lnTo>
                    <a:pt x="9656" y="3135"/>
                  </a:lnTo>
                  <a:lnTo>
                    <a:pt x="7127" y="755"/>
                  </a:lnTo>
                  <a:lnTo>
                    <a:pt x="4261" y="235"/>
                  </a:lnTo>
                  <a:lnTo>
                    <a:pt x="0" y="2018"/>
                  </a:lnTo>
                  <a:lnTo>
                    <a:pt x="0" y="803716"/>
                  </a:lnTo>
                  <a:lnTo>
                    <a:pt x="2058" y="804561"/>
                  </a:lnTo>
                  <a:lnTo>
                    <a:pt x="3088" y="804762"/>
                  </a:lnTo>
                  <a:close/>
                </a:path>
                <a:path w="1682115" h="805179">
                  <a:moveTo>
                    <a:pt x="1282851" y="804758"/>
                  </a:moveTo>
                  <a:lnTo>
                    <a:pt x="1286174" y="804758"/>
                  </a:lnTo>
                  <a:lnTo>
                    <a:pt x="1288028" y="804000"/>
                  </a:lnTo>
                  <a:lnTo>
                    <a:pt x="1682055" y="409946"/>
                  </a:lnTo>
                  <a:lnTo>
                    <a:pt x="1682055" y="395584"/>
                  </a:lnTo>
                  <a:lnTo>
                    <a:pt x="1287081" y="589"/>
                  </a:lnTo>
                  <a:lnTo>
                    <a:pt x="1284161" y="0"/>
                  </a:lnTo>
                  <a:lnTo>
                    <a:pt x="1277531" y="2733"/>
                  </a:lnTo>
                  <a:lnTo>
                    <a:pt x="1275875" y="5209"/>
                  </a:lnTo>
                  <a:lnTo>
                    <a:pt x="1275878" y="800323"/>
                  </a:lnTo>
                  <a:lnTo>
                    <a:pt x="1277537" y="802798"/>
                  </a:lnTo>
                  <a:lnTo>
                    <a:pt x="1281834" y="804557"/>
                  </a:lnTo>
                  <a:lnTo>
                    <a:pt x="1282851" y="804758"/>
                  </a:lnTo>
                  <a:close/>
                </a:path>
              </a:pathLst>
            </a:custGeom>
            <a:solidFill>
              <a:srgbClr val="002F6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44429" y="2230798"/>
            <a:ext cx="8743569" cy="607694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11921" y="1319419"/>
            <a:ext cx="10051279" cy="1415766"/>
          </a:xfrm>
          <a:prstGeom prst="rect">
            <a:avLst/>
          </a:prstGeom>
        </p:spPr>
        <p:txBody>
          <a:bodyPr vert="horz" wrap="square" lIns="0" tIns="41147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sng" spc="-445" dirty="0">
                <a:solidFill>
                  <a:srgbClr val="002060"/>
                </a:solidFill>
              </a:rPr>
              <a:t>PROBLEM</a:t>
            </a:r>
            <a:r>
              <a:rPr u="sng" spc="790" dirty="0">
                <a:solidFill>
                  <a:srgbClr val="002060"/>
                </a:solidFill>
              </a:rPr>
              <a:t> </a:t>
            </a:r>
            <a:r>
              <a:rPr u="sng" spc="-720" dirty="0" smtClean="0">
                <a:solidFill>
                  <a:srgbClr val="002060"/>
                </a:solidFill>
              </a:rPr>
              <a:t>S</a:t>
            </a:r>
            <a:r>
              <a:rPr u="sng" spc="-1015" dirty="0" smtClean="0">
                <a:solidFill>
                  <a:srgbClr val="002060"/>
                </a:solidFill>
              </a:rPr>
              <a:t>T</a:t>
            </a:r>
            <a:r>
              <a:rPr u="sng" spc="-1005" dirty="0" smtClean="0">
                <a:solidFill>
                  <a:srgbClr val="002060"/>
                </a:solidFill>
              </a:rPr>
              <a:t>A</a:t>
            </a:r>
            <a:r>
              <a:rPr u="sng" spc="-480" dirty="0" smtClean="0">
                <a:solidFill>
                  <a:srgbClr val="002060"/>
                </a:solidFill>
              </a:rPr>
              <a:t>TEMEN</a:t>
            </a:r>
            <a:r>
              <a:rPr u="sng" spc="-755" dirty="0" smtClean="0">
                <a:solidFill>
                  <a:srgbClr val="002060"/>
                </a:solidFill>
              </a:rPr>
              <a:t>T</a:t>
            </a:r>
            <a:r>
              <a:rPr lang="en-US" u="sng" spc="-755" dirty="0" smtClean="0">
                <a:solidFill>
                  <a:srgbClr val="002060"/>
                </a:solidFill>
              </a:rPr>
              <a:t> </a:t>
            </a:r>
            <a:r>
              <a:rPr spc="-470" dirty="0" smtClean="0">
                <a:solidFill>
                  <a:srgbClr val="002060"/>
                </a:solidFill>
              </a:rPr>
              <a:t>:</a:t>
            </a:r>
            <a:endParaRPr spc="-470" dirty="0">
              <a:solidFill>
                <a:srgbClr val="002060"/>
              </a:solidFill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1921" y="3293280"/>
            <a:ext cx="114300" cy="1142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1921" y="4207680"/>
            <a:ext cx="114300" cy="1142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9039040"/>
            <a:ext cx="8205025" cy="1247958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1921" y="5122080"/>
            <a:ext cx="114300" cy="11429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1921" y="6036480"/>
            <a:ext cx="114300" cy="11429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598961" y="3061467"/>
            <a:ext cx="9322435" cy="3683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5000"/>
              </a:lnSpc>
              <a:spcBef>
                <a:spcPts val="95"/>
              </a:spcBef>
            </a:pPr>
            <a:r>
              <a:rPr sz="2600" spc="105" dirty="0">
                <a:latin typeface="Lucida Sans Unicode" panose="020B0602030504020204"/>
                <a:cs typeface="Lucida Sans Unicode" panose="020B0602030504020204"/>
              </a:rPr>
              <a:t>Manual</a:t>
            </a:r>
            <a:r>
              <a:rPr sz="2600" spc="-1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70" dirty="0">
                <a:latin typeface="Lucida Sans Unicode" panose="020B0602030504020204"/>
                <a:cs typeface="Lucida Sans Unicode" panose="020B0602030504020204"/>
              </a:rPr>
              <a:t>attendance</a:t>
            </a:r>
            <a:r>
              <a:rPr sz="2600" spc="-204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dirty="0">
                <a:latin typeface="Lucida Sans Unicode" panose="020B0602030504020204"/>
                <a:cs typeface="Lucida Sans Unicode" panose="020B0602030504020204"/>
              </a:rPr>
              <a:t>in</a:t>
            </a:r>
            <a:r>
              <a:rPr sz="2600" spc="-204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10" dirty="0">
                <a:latin typeface="Lucida Sans Unicode" panose="020B0602030504020204"/>
                <a:cs typeface="Lucida Sans Unicode" panose="020B0602030504020204"/>
              </a:rPr>
              <a:t>school</a:t>
            </a:r>
            <a:r>
              <a:rPr sz="2600" spc="-1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30" dirty="0">
                <a:latin typeface="Lucida Sans Unicode" panose="020B0602030504020204"/>
                <a:cs typeface="Lucida Sans Unicode" panose="020B0602030504020204"/>
              </a:rPr>
              <a:t>buses</a:t>
            </a:r>
            <a:r>
              <a:rPr sz="2600" spc="-204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dirty="0">
                <a:latin typeface="Lucida Sans Unicode" panose="020B0602030504020204"/>
                <a:cs typeface="Lucida Sans Unicode" panose="020B0602030504020204"/>
              </a:rPr>
              <a:t>is</a:t>
            </a:r>
            <a:r>
              <a:rPr sz="2600" spc="-28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50" dirty="0">
                <a:latin typeface="Lucida Sans Unicode" panose="020B0602030504020204"/>
                <a:cs typeface="Lucida Sans Unicode" panose="020B0602030504020204"/>
              </a:rPr>
              <a:t>time-</a:t>
            </a:r>
            <a:r>
              <a:rPr sz="2600" spc="110" dirty="0">
                <a:latin typeface="Lucida Sans Unicode" panose="020B0602030504020204"/>
                <a:cs typeface="Lucida Sans Unicode" panose="020B0602030504020204"/>
              </a:rPr>
              <a:t>consuming </a:t>
            </a:r>
            <a:r>
              <a:rPr sz="2600" spc="145" dirty="0">
                <a:latin typeface="Lucida Sans Unicode" panose="020B0602030504020204"/>
                <a:cs typeface="Lucida Sans Unicode" panose="020B0602030504020204"/>
              </a:rPr>
              <a:t>and</a:t>
            </a:r>
            <a:r>
              <a:rPr sz="2600" spc="-17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05" dirty="0">
                <a:latin typeface="Lucida Sans Unicode" panose="020B0602030504020204"/>
                <a:cs typeface="Lucida Sans Unicode" panose="020B0602030504020204"/>
              </a:rPr>
              <a:t>prone</a:t>
            </a:r>
            <a:r>
              <a:rPr sz="2600" spc="-30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14" dirty="0">
                <a:latin typeface="Lucida Sans Unicode" panose="020B0602030504020204"/>
                <a:cs typeface="Lucida Sans Unicode" panose="020B0602030504020204"/>
              </a:rPr>
              <a:t>to</a:t>
            </a:r>
            <a:r>
              <a:rPr sz="2600" spc="-229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35" dirty="0">
                <a:latin typeface="Lucida Sans Unicode" panose="020B0602030504020204"/>
                <a:cs typeface="Lucida Sans Unicode" panose="020B0602030504020204"/>
              </a:rPr>
              <a:t>human</a:t>
            </a:r>
            <a:r>
              <a:rPr sz="2600" spc="-2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-10" dirty="0">
                <a:latin typeface="Lucida Sans Unicode" panose="020B0602030504020204"/>
                <a:cs typeface="Lucida Sans Unicode" panose="020B0602030504020204"/>
              </a:rPr>
              <a:t>errors.</a:t>
            </a:r>
            <a:endParaRPr sz="2600" dirty="0">
              <a:latin typeface="Lucida Sans Unicode" panose="020B0602030504020204"/>
              <a:cs typeface="Lucida Sans Unicode" panose="020B0602030504020204"/>
            </a:endParaRPr>
          </a:p>
          <a:p>
            <a:pPr marL="12700" marR="466090">
              <a:lnSpc>
                <a:spcPct val="115000"/>
              </a:lnSpc>
            </a:pPr>
            <a:r>
              <a:rPr sz="2600" spc="85" dirty="0">
                <a:latin typeface="Lucida Sans Unicode" panose="020B0602030504020204"/>
                <a:cs typeface="Lucida Sans Unicode" panose="020B0602030504020204"/>
              </a:rPr>
              <a:t>There</a:t>
            </a:r>
            <a:r>
              <a:rPr sz="2600" spc="-22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dirty="0">
                <a:latin typeface="Lucida Sans Unicode" panose="020B0602030504020204"/>
                <a:cs typeface="Lucida Sans Unicode" panose="020B0602030504020204"/>
              </a:rPr>
              <a:t>is</a:t>
            </a:r>
            <a:r>
              <a:rPr sz="2600" spc="-22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00" dirty="0">
                <a:latin typeface="Lucida Sans Unicode" panose="020B0602030504020204"/>
                <a:cs typeface="Lucida Sans Unicode" panose="020B0602030504020204"/>
              </a:rPr>
              <a:t>no</a:t>
            </a:r>
            <a:r>
              <a:rPr sz="2600" spc="-21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-10" dirty="0">
                <a:latin typeface="Lucida Sans Unicode" panose="020B0602030504020204"/>
                <a:cs typeface="Lucida Sans Unicode" panose="020B0602030504020204"/>
              </a:rPr>
              <a:t>real-</a:t>
            </a:r>
            <a:r>
              <a:rPr sz="2600" spc="140" dirty="0">
                <a:latin typeface="Lucida Sans Unicode" panose="020B0602030504020204"/>
                <a:cs typeface="Lucida Sans Unicode" panose="020B0602030504020204"/>
              </a:rPr>
              <a:t>time</a:t>
            </a:r>
            <a:r>
              <a:rPr sz="2600" spc="-27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20" dirty="0">
                <a:latin typeface="Lucida Sans Unicode" panose="020B0602030504020204"/>
                <a:cs typeface="Lucida Sans Unicode" panose="020B0602030504020204"/>
              </a:rPr>
              <a:t>system</a:t>
            </a:r>
            <a:r>
              <a:rPr sz="2600" spc="-2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14" dirty="0">
                <a:latin typeface="Lucida Sans Unicode" panose="020B0602030504020204"/>
                <a:cs typeface="Lucida Sans Unicode" panose="020B0602030504020204"/>
              </a:rPr>
              <a:t>to</a:t>
            </a:r>
            <a:r>
              <a:rPr sz="2600" spc="-21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85" dirty="0">
                <a:latin typeface="Lucida Sans Unicode" panose="020B0602030504020204"/>
                <a:cs typeface="Lucida Sans Unicode" panose="020B0602030504020204"/>
              </a:rPr>
              <a:t>inform</a:t>
            </a:r>
            <a:r>
              <a:rPr sz="2600" spc="-15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14" dirty="0">
                <a:latin typeface="Lucida Sans Unicode" panose="020B0602030504020204"/>
                <a:cs typeface="Lucida Sans Unicode" panose="020B0602030504020204"/>
              </a:rPr>
              <a:t>parents</a:t>
            </a:r>
            <a:r>
              <a:rPr sz="2600" spc="-27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40" dirty="0">
                <a:latin typeface="Lucida Sans Unicode" panose="020B0602030504020204"/>
                <a:cs typeface="Lucida Sans Unicode" panose="020B0602030504020204"/>
              </a:rPr>
              <a:t>when </a:t>
            </a:r>
            <a:r>
              <a:rPr sz="2600" spc="125" dirty="0">
                <a:latin typeface="Lucida Sans Unicode" panose="020B0602030504020204"/>
                <a:cs typeface="Lucida Sans Unicode" panose="020B0602030504020204"/>
              </a:rPr>
              <a:t>students</a:t>
            </a:r>
            <a:r>
              <a:rPr sz="2600" spc="-229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10" dirty="0">
                <a:latin typeface="Lucida Sans Unicode" panose="020B0602030504020204"/>
                <a:cs typeface="Lucida Sans Unicode" panose="020B0602030504020204"/>
              </a:rPr>
              <a:t>board</a:t>
            </a:r>
            <a:r>
              <a:rPr sz="2600" spc="-25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60" dirty="0">
                <a:latin typeface="Lucida Sans Unicode" panose="020B0602030504020204"/>
                <a:cs typeface="Lucida Sans Unicode" panose="020B0602030504020204"/>
              </a:rPr>
              <a:t>the</a:t>
            </a:r>
            <a:r>
              <a:rPr sz="2600" spc="-2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-20" dirty="0">
                <a:latin typeface="Lucida Sans Unicode" panose="020B0602030504020204"/>
                <a:cs typeface="Lucida Sans Unicode" panose="020B0602030504020204"/>
              </a:rPr>
              <a:t>bus.</a:t>
            </a:r>
            <a:endParaRPr sz="2600" dirty="0">
              <a:latin typeface="Lucida Sans Unicode" panose="020B0602030504020204"/>
              <a:cs typeface="Lucida Sans Unicode" panose="020B0602030504020204"/>
            </a:endParaRPr>
          </a:p>
          <a:p>
            <a:pPr marL="12700" marR="1435735" indent="82550">
              <a:lnSpc>
                <a:spcPct val="115000"/>
              </a:lnSpc>
            </a:pPr>
            <a:r>
              <a:rPr sz="2600" spc="75" dirty="0">
                <a:latin typeface="Lucida Sans Unicode" panose="020B0602030504020204"/>
                <a:cs typeface="Lucida Sans Unicode" panose="020B0602030504020204"/>
              </a:rPr>
              <a:t>Maintaining</a:t>
            </a:r>
            <a:r>
              <a:rPr sz="2600" spc="-16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45" dirty="0">
                <a:latin typeface="Lucida Sans Unicode" panose="020B0602030504020204"/>
                <a:cs typeface="Lucida Sans Unicode" panose="020B0602030504020204"/>
              </a:rPr>
              <a:t>and</a:t>
            </a:r>
            <a:r>
              <a:rPr sz="2600" spc="-21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80" dirty="0">
                <a:latin typeface="Lucida Sans Unicode" panose="020B0602030504020204"/>
                <a:cs typeface="Lucida Sans Unicode" panose="020B0602030504020204"/>
              </a:rPr>
              <a:t>verifying</a:t>
            </a:r>
            <a:r>
              <a:rPr sz="2600" spc="-15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70" dirty="0">
                <a:latin typeface="Lucida Sans Unicode" panose="020B0602030504020204"/>
                <a:cs typeface="Lucida Sans Unicode" panose="020B0602030504020204"/>
              </a:rPr>
              <a:t>attendance</a:t>
            </a:r>
            <a:r>
              <a:rPr sz="2600" spc="-22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05" dirty="0">
                <a:latin typeface="Lucida Sans Unicode" panose="020B0602030504020204"/>
                <a:cs typeface="Lucida Sans Unicode" panose="020B0602030504020204"/>
              </a:rPr>
              <a:t>records </a:t>
            </a:r>
            <a:r>
              <a:rPr sz="2600" spc="95" dirty="0">
                <a:latin typeface="Lucida Sans Unicode" panose="020B0602030504020204"/>
                <a:cs typeface="Lucida Sans Unicode" panose="020B0602030504020204"/>
              </a:rPr>
              <a:t>manually</a:t>
            </a:r>
            <a:r>
              <a:rPr sz="2600" spc="-21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dirty="0">
                <a:latin typeface="Lucida Sans Unicode" panose="020B0602030504020204"/>
                <a:cs typeface="Lucida Sans Unicode" panose="020B0602030504020204"/>
              </a:rPr>
              <a:t>is</a:t>
            </a:r>
            <a:r>
              <a:rPr sz="2600" spc="-21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05" dirty="0">
                <a:latin typeface="Lucida Sans Unicode" panose="020B0602030504020204"/>
                <a:cs typeface="Lucida Sans Unicode" panose="020B0602030504020204"/>
              </a:rPr>
              <a:t>inefficient</a:t>
            </a:r>
            <a:r>
              <a:rPr sz="2600" spc="-15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45" dirty="0">
                <a:latin typeface="Lucida Sans Unicode" panose="020B0602030504020204"/>
                <a:cs typeface="Lucida Sans Unicode" panose="020B0602030504020204"/>
              </a:rPr>
              <a:t>and</a:t>
            </a:r>
            <a:r>
              <a:rPr sz="2600" spc="-1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70" dirty="0">
                <a:latin typeface="Lucida Sans Unicode" panose="020B0602030504020204"/>
                <a:cs typeface="Lucida Sans Unicode" panose="020B0602030504020204"/>
              </a:rPr>
              <a:t>insecure.</a:t>
            </a:r>
            <a:endParaRPr sz="2600" dirty="0">
              <a:latin typeface="Lucida Sans Unicode" panose="020B0602030504020204"/>
              <a:cs typeface="Lucida Sans Unicode" panose="020B0602030504020204"/>
            </a:endParaRPr>
          </a:p>
          <a:p>
            <a:pPr marL="12700" marR="959485" indent="74930">
              <a:lnSpc>
                <a:spcPct val="115000"/>
              </a:lnSpc>
            </a:pPr>
            <a:r>
              <a:rPr sz="2600" dirty="0">
                <a:latin typeface="Lucida Sans Unicode" panose="020B0602030504020204"/>
                <a:cs typeface="Lucida Sans Unicode" panose="020B0602030504020204"/>
              </a:rPr>
              <a:t>A</a:t>
            </a:r>
            <a:r>
              <a:rPr sz="2600" spc="-28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05" dirty="0">
                <a:latin typeface="Lucida Sans Unicode" panose="020B0602030504020204"/>
                <a:cs typeface="Lucida Sans Unicode" panose="020B0602030504020204"/>
              </a:rPr>
              <a:t>smart,</a:t>
            </a:r>
            <a:r>
              <a:rPr sz="2600" spc="-16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50" dirty="0">
                <a:latin typeface="Lucida Sans Unicode" panose="020B0602030504020204"/>
                <a:cs typeface="Lucida Sans Unicode" panose="020B0602030504020204"/>
              </a:rPr>
              <a:t>automated</a:t>
            </a:r>
            <a:r>
              <a:rPr sz="2600" spc="-22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70" dirty="0">
                <a:latin typeface="Lucida Sans Unicode" panose="020B0602030504020204"/>
                <a:cs typeface="Lucida Sans Unicode" panose="020B0602030504020204"/>
              </a:rPr>
              <a:t>solution</a:t>
            </a:r>
            <a:r>
              <a:rPr sz="2600" spc="-15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dirty="0">
                <a:latin typeface="Lucida Sans Unicode" panose="020B0602030504020204"/>
                <a:cs typeface="Lucida Sans Unicode" panose="020B0602030504020204"/>
              </a:rPr>
              <a:t>is</a:t>
            </a:r>
            <a:r>
              <a:rPr sz="2600" spc="-22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75" dirty="0">
                <a:latin typeface="Lucida Sans Unicode" panose="020B0602030504020204"/>
                <a:cs typeface="Lucida Sans Unicode" panose="020B0602030504020204"/>
              </a:rPr>
              <a:t>needed</a:t>
            </a:r>
            <a:r>
              <a:rPr sz="2600" spc="-2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14" dirty="0">
                <a:latin typeface="Lucida Sans Unicode" panose="020B0602030504020204"/>
                <a:cs typeface="Lucida Sans Unicode" panose="020B0602030504020204"/>
              </a:rPr>
              <a:t>to</a:t>
            </a:r>
            <a:r>
              <a:rPr sz="2600" spc="-27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00" dirty="0">
                <a:latin typeface="Lucida Sans Unicode" panose="020B0602030504020204"/>
                <a:cs typeface="Lucida Sans Unicode" panose="020B0602030504020204"/>
              </a:rPr>
              <a:t>ensure </a:t>
            </a:r>
            <a:r>
              <a:rPr sz="2600" spc="130" dirty="0">
                <a:latin typeface="Lucida Sans Unicode" panose="020B0602030504020204"/>
                <a:cs typeface="Lucida Sans Unicode" panose="020B0602030504020204"/>
              </a:rPr>
              <a:t>accuracy,</a:t>
            </a:r>
            <a:r>
              <a:rPr sz="2600" spc="-21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80" dirty="0">
                <a:latin typeface="Lucida Sans Unicode" panose="020B0602030504020204"/>
                <a:cs typeface="Lucida Sans Unicode" panose="020B0602030504020204"/>
              </a:rPr>
              <a:t>safety,</a:t>
            </a:r>
            <a:r>
              <a:rPr sz="2600" spc="-15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45" dirty="0">
                <a:latin typeface="Lucida Sans Unicode" panose="020B0602030504020204"/>
                <a:cs typeface="Lucida Sans Unicode" panose="020B0602030504020204"/>
              </a:rPr>
              <a:t>and</a:t>
            </a:r>
            <a:r>
              <a:rPr sz="2600" spc="-15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90" dirty="0">
                <a:latin typeface="Lucida Sans Unicode" panose="020B0602030504020204"/>
                <a:cs typeface="Lucida Sans Unicode" panose="020B0602030504020204"/>
              </a:rPr>
              <a:t>instant</a:t>
            </a:r>
            <a:r>
              <a:rPr sz="2600" spc="-21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00" dirty="0">
                <a:latin typeface="Lucida Sans Unicode" panose="020B0602030504020204"/>
                <a:cs typeface="Lucida Sans Unicode" panose="020B0602030504020204"/>
              </a:rPr>
              <a:t>communication.</a:t>
            </a:r>
            <a:endParaRPr sz="2600" dirty="0">
              <a:latin typeface="Lucida Sans Unicode" panose="020B0602030504020204"/>
              <a:cs typeface="Lucida Sans Unicode" panose="020B0602030504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7259298" y="0"/>
            <a:ext cx="1028700" cy="3367908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4221876" y="9045752"/>
            <a:ext cx="1682114" cy="805180"/>
            <a:chOff x="14221876" y="9045752"/>
            <a:chExt cx="1682114" cy="805180"/>
          </a:xfrm>
        </p:grpSpPr>
        <p:sp>
          <p:nvSpPr>
            <p:cNvPr id="4" name="object 4"/>
            <p:cNvSpPr/>
            <p:nvPr/>
          </p:nvSpPr>
          <p:spPr>
            <a:xfrm>
              <a:off x="14865826" y="9054547"/>
              <a:ext cx="394335" cy="788035"/>
            </a:xfrm>
            <a:custGeom>
              <a:avLst/>
              <a:gdLst/>
              <a:ahLst/>
              <a:cxnLst/>
              <a:rect l="l" t="t" r="r" b="b"/>
              <a:pathLst>
                <a:path w="394334" h="788034">
                  <a:moveTo>
                    <a:pt x="0" y="787941"/>
                  </a:moveTo>
                  <a:lnTo>
                    <a:pt x="393991" y="393991"/>
                  </a:lnTo>
                  <a:lnTo>
                    <a:pt x="0" y="0"/>
                  </a:lnTo>
                  <a:lnTo>
                    <a:pt x="0" y="78794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4221876" y="9045752"/>
              <a:ext cx="1682114" cy="805180"/>
            </a:xfrm>
            <a:custGeom>
              <a:avLst/>
              <a:gdLst/>
              <a:ahLst/>
              <a:cxnLst/>
              <a:rect l="l" t="t" r="r" b="b"/>
              <a:pathLst>
                <a:path w="1682115" h="805179">
                  <a:moveTo>
                    <a:pt x="643003" y="804762"/>
                  </a:moveTo>
                  <a:lnTo>
                    <a:pt x="646287" y="804762"/>
                  </a:lnTo>
                  <a:lnTo>
                    <a:pt x="648165" y="803989"/>
                  </a:lnTo>
                  <a:lnTo>
                    <a:pt x="1045292" y="406877"/>
                  </a:lnTo>
                  <a:lnTo>
                    <a:pt x="1046077" y="404984"/>
                  </a:lnTo>
                  <a:lnTo>
                    <a:pt x="1046077" y="400547"/>
                  </a:lnTo>
                  <a:lnTo>
                    <a:pt x="1045292" y="398653"/>
                  </a:lnTo>
                  <a:lnTo>
                    <a:pt x="647088" y="595"/>
                  </a:lnTo>
                  <a:lnTo>
                    <a:pt x="644171" y="6"/>
                  </a:lnTo>
                  <a:lnTo>
                    <a:pt x="640861" y="1369"/>
                  </a:lnTo>
                  <a:lnTo>
                    <a:pt x="637620" y="2783"/>
                  </a:lnTo>
                  <a:lnTo>
                    <a:pt x="636014" y="5258"/>
                  </a:lnTo>
                  <a:lnTo>
                    <a:pt x="636015" y="28181"/>
                  </a:lnTo>
                  <a:lnTo>
                    <a:pt x="651979" y="28181"/>
                  </a:lnTo>
                  <a:lnTo>
                    <a:pt x="1026584" y="402785"/>
                  </a:lnTo>
                  <a:lnTo>
                    <a:pt x="651979" y="777350"/>
                  </a:lnTo>
                  <a:lnTo>
                    <a:pt x="636036" y="777350"/>
                  </a:lnTo>
                  <a:lnTo>
                    <a:pt x="636037" y="800310"/>
                  </a:lnTo>
                  <a:lnTo>
                    <a:pt x="637682" y="802786"/>
                  </a:lnTo>
                  <a:lnTo>
                    <a:pt x="641973" y="804561"/>
                  </a:lnTo>
                  <a:lnTo>
                    <a:pt x="643003" y="804762"/>
                  </a:lnTo>
                  <a:close/>
                </a:path>
                <a:path w="1682115" h="805179">
                  <a:moveTo>
                    <a:pt x="636036" y="777350"/>
                  </a:moveTo>
                  <a:lnTo>
                    <a:pt x="651979" y="777350"/>
                  </a:lnTo>
                  <a:lnTo>
                    <a:pt x="651979" y="28181"/>
                  </a:lnTo>
                  <a:lnTo>
                    <a:pt x="636015" y="28181"/>
                  </a:lnTo>
                  <a:lnTo>
                    <a:pt x="636036" y="777350"/>
                  </a:lnTo>
                  <a:close/>
                </a:path>
                <a:path w="1682115" h="805179">
                  <a:moveTo>
                    <a:pt x="3088" y="804762"/>
                  </a:moveTo>
                  <a:lnTo>
                    <a:pt x="6373" y="804762"/>
                  </a:lnTo>
                  <a:lnTo>
                    <a:pt x="8250" y="803989"/>
                  </a:lnTo>
                  <a:lnTo>
                    <a:pt x="405378" y="406877"/>
                  </a:lnTo>
                  <a:lnTo>
                    <a:pt x="406162" y="404984"/>
                  </a:lnTo>
                  <a:lnTo>
                    <a:pt x="406162" y="400547"/>
                  </a:lnTo>
                  <a:lnTo>
                    <a:pt x="405378" y="398653"/>
                  </a:lnTo>
                  <a:lnTo>
                    <a:pt x="9656" y="3135"/>
                  </a:lnTo>
                  <a:lnTo>
                    <a:pt x="7127" y="755"/>
                  </a:lnTo>
                  <a:lnTo>
                    <a:pt x="4261" y="235"/>
                  </a:lnTo>
                  <a:lnTo>
                    <a:pt x="0" y="2018"/>
                  </a:lnTo>
                  <a:lnTo>
                    <a:pt x="0" y="803716"/>
                  </a:lnTo>
                  <a:lnTo>
                    <a:pt x="2058" y="804561"/>
                  </a:lnTo>
                  <a:lnTo>
                    <a:pt x="3088" y="804762"/>
                  </a:lnTo>
                  <a:close/>
                </a:path>
                <a:path w="1682115" h="805179">
                  <a:moveTo>
                    <a:pt x="1282851" y="804758"/>
                  </a:moveTo>
                  <a:lnTo>
                    <a:pt x="1286174" y="804758"/>
                  </a:lnTo>
                  <a:lnTo>
                    <a:pt x="1288028" y="804000"/>
                  </a:lnTo>
                  <a:lnTo>
                    <a:pt x="1682055" y="409946"/>
                  </a:lnTo>
                  <a:lnTo>
                    <a:pt x="1682055" y="395584"/>
                  </a:lnTo>
                  <a:lnTo>
                    <a:pt x="1287081" y="589"/>
                  </a:lnTo>
                  <a:lnTo>
                    <a:pt x="1284161" y="0"/>
                  </a:lnTo>
                  <a:lnTo>
                    <a:pt x="1277531" y="2733"/>
                  </a:lnTo>
                  <a:lnTo>
                    <a:pt x="1275876" y="5209"/>
                  </a:lnTo>
                  <a:lnTo>
                    <a:pt x="1275878" y="800323"/>
                  </a:lnTo>
                  <a:lnTo>
                    <a:pt x="1277537" y="802798"/>
                  </a:lnTo>
                  <a:lnTo>
                    <a:pt x="1281834" y="804557"/>
                  </a:lnTo>
                  <a:lnTo>
                    <a:pt x="1282851" y="804758"/>
                  </a:lnTo>
                  <a:close/>
                </a:path>
              </a:pathLst>
            </a:custGeom>
            <a:solidFill>
              <a:srgbClr val="002F6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0241" y="2774446"/>
            <a:ext cx="9062959" cy="47148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6699" y="3297190"/>
            <a:ext cx="114300" cy="1142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6699" y="4668790"/>
            <a:ext cx="114300" cy="1142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6699" y="5583190"/>
            <a:ext cx="114300" cy="1142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6699" y="6497590"/>
            <a:ext cx="114300" cy="11429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552846" y="3065283"/>
            <a:ext cx="8367395" cy="459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840105">
              <a:lnSpc>
                <a:spcPct val="115000"/>
              </a:lnSpc>
              <a:spcBef>
                <a:spcPts val="95"/>
              </a:spcBef>
            </a:pPr>
            <a:r>
              <a:rPr sz="2600" spc="-80" dirty="0">
                <a:latin typeface="Lucida Sans Unicode" panose="020B0602030504020204"/>
                <a:cs typeface="Lucida Sans Unicode" panose="020B0602030504020204"/>
              </a:rPr>
              <a:t>To</a:t>
            </a:r>
            <a:r>
              <a:rPr sz="2600" spc="-27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00" dirty="0">
                <a:latin typeface="Lucida Sans Unicode" panose="020B0602030504020204"/>
                <a:cs typeface="Lucida Sans Unicode" panose="020B0602030504020204"/>
              </a:rPr>
              <a:t>design</a:t>
            </a:r>
            <a:r>
              <a:rPr sz="2600" spc="-15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40" dirty="0">
                <a:latin typeface="Lucida Sans Unicode" panose="020B0602030504020204"/>
                <a:cs typeface="Lucida Sans Unicode" panose="020B0602030504020204"/>
              </a:rPr>
              <a:t>and</a:t>
            </a:r>
            <a:r>
              <a:rPr sz="2600" spc="-16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20" dirty="0">
                <a:latin typeface="Lucida Sans Unicode" panose="020B0602030504020204"/>
                <a:cs typeface="Lucida Sans Unicode" panose="020B0602030504020204"/>
              </a:rPr>
              <a:t>implement</a:t>
            </a:r>
            <a:r>
              <a:rPr sz="2600" spc="-15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30" dirty="0">
                <a:latin typeface="Lucida Sans Unicode" panose="020B0602030504020204"/>
                <a:cs typeface="Lucida Sans Unicode" panose="020B0602030504020204"/>
              </a:rPr>
              <a:t>an</a:t>
            </a:r>
            <a:r>
              <a:rPr sz="2600" spc="-15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40" dirty="0">
                <a:latin typeface="Lucida Sans Unicode" panose="020B0602030504020204"/>
                <a:cs typeface="Lucida Sans Unicode" panose="020B0602030504020204"/>
              </a:rPr>
              <a:t>automated</a:t>
            </a:r>
            <a:r>
              <a:rPr sz="2600" spc="-15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80" dirty="0">
                <a:latin typeface="Lucida Sans Unicode" panose="020B0602030504020204"/>
                <a:cs typeface="Lucida Sans Unicode" panose="020B0602030504020204"/>
              </a:rPr>
              <a:t>bus </a:t>
            </a:r>
            <a:r>
              <a:rPr sz="2600" spc="165" dirty="0">
                <a:latin typeface="Lucida Sans Unicode" panose="020B0602030504020204"/>
                <a:cs typeface="Lucida Sans Unicode" panose="020B0602030504020204"/>
              </a:rPr>
              <a:t>attendance</a:t>
            </a:r>
            <a:r>
              <a:rPr sz="2600" spc="-28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14" dirty="0">
                <a:latin typeface="Lucida Sans Unicode" panose="020B0602030504020204"/>
                <a:cs typeface="Lucida Sans Unicode" panose="020B0602030504020204"/>
              </a:rPr>
              <a:t>system</a:t>
            </a:r>
            <a:r>
              <a:rPr sz="2600" spc="-18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65" dirty="0">
                <a:latin typeface="Lucida Sans Unicode" panose="020B0602030504020204"/>
                <a:cs typeface="Lucida Sans Unicode" panose="020B0602030504020204"/>
              </a:rPr>
              <a:t>using</a:t>
            </a:r>
            <a:r>
              <a:rPr sz="2600" spc="-17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55" dirty="0">
                <a:latin typeface="Lucida Sans Unicode" panose="020B0602030504020204"/>
                <a:cs typeface="Lucida Sans Unicode" panose="020B0602030504020204"/>
              </a:rPr>
              <a:t>Face</a:t>
            </a:r>
            <a:r>
              <a:rPr sz="2600" spc="-2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90" dirty="0">
                <a:latin typeface="Lucida Sans Unicode" panose="020B0602030504020204"/>
                <a:cs typeface="Lucida Sans Unicode" panose="020B0602030504020204"/>
              </a:rPr>
              <a:t>Recognition </a:t>
            </a:r>
            <a:r>
              <a:rPr sz="2600" spc="75" dirty="0">
                <a:latin typeface="Lucida Sans Unicode" panose="020B0602030504020204"/>
                <a:cs typeface="Lucida Sans Unicode" panose="020B0602030504020204"/>
              </a:rPr>
              <a:t>technology.</a:t>
            </a:r>
            <a:endParaRPr sz="2600">
              <a:latin typeface="Lucida Sans Unicode" panose="020B0602030504020204"/>
              <a:cs typeface="Lucida Sans Unicode" panose="020B0602030504020204"/>
            </a:endParaRPr>
          </a:p>
          <a:p>
            <a:pPr marL="12700" marR="30480" indent="64135">
              <a:lnSpc>
                <a:spcPct val="115000"/>
              </a:lnSpc>
            </a:pPr>
            <a:r>
              <a:rPr sz="2600" spc="-80" dirty="0">
                <a:latin typeface="Lucida Sans Unicode" panose="020B0602030504020204"/>
                <a:cs typeface="Lucida Sans Unicode" panose="020B0602030504020204"/>
              </a:rPr>
              <a:t>To</a:t>
            </a:r>
            <a:r>
              <a:rPr sz="2600" spc="-22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35" dirty="0">
                <a:latin typeface="Lucida Sans Unicode" panose="020B0602030504020204"/>
                <a:cs typeface="Lucida Sans Unicode" panose="020B0602030504020204"/>
              </a:rPr>
              <a:t>accurately</a:t>
            </a:r>
            <a:r>
              <a:rPr sz="2600" spc="-21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90" dirty="0">
                <a:latin typeface="Lucida Sans Unicode" panose="020B0602030504020204"/>
                <a:cs typeface="Lucida Sans Unicode" panose="020B0602030504020204"/>
              </a:rPr>
              <a:t>identify</a:t>
            </a:r>
            <a:r>
              <a:rPr sz="2600" spc="-27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14" dirty="0">
                <a:latin typeface="Lucida Sans Unicode" panose="020B0602030504020204"/>
                <a:cs typeface="Lucida Sans Unicode" panose="020B0602030504020204"/>
              </a:rPr>
              <a:t>students</a:t>
            </a:r>
            <a:r>
              <a:rPr sz="2600" spc="-21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40" dirty="0">
                <a:latin typeface="Lucida Sans Unicode" panose="020B0602030504020204"/>
                <a:cs typeface="Lucida Sans Unicode" panose="020B0602030504020204"/>
              </a:rPr>
              <a:t>and</a:t>
            </a:r>
            <a:r>
              <a:rPr sz="2600" spc="-15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05" dirty="0">
                <a:latin typeface="Lucida Sans Unicode" panose="020B0602030504020204"/>
                <a:cs typeface="Lucida Sans Unicode" panose="020B0602030504020204"/>
              </a:rPr>
              <a:t>record </a:t>
            </a:r>
            <a:r>
              <a:rPr sz="2600" spc="165" dirty="0">
                <a:latin typeface="Lucida Sans Unicode" panose="020B0602030504020204"/>
                <a:cs typeface="Lucida Sans Unicode" panose="020B0602030504020204"/>
              </a:rPr>
              <a:t>attendance</a:t>
            </a:r>
            <a:r>
              <a:rPr sz="2600" spc="-2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dirty="0">
                <a:latin typeface="Lucida Sans Unicode" panose="020B0602030504020204"/>
                <a:cs typeface="Lucida Sans Unicode" panose="020B0602030504020204"/>
              </a:rPr>
              <a:t>in</a:t>
            </a:r>
            <a:r>
              <a:rPr sz="2600" spc="-16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65" dirty="0">
                <a:latin typeface="Lucida Sans Unicode" panose="020B0602030504020204"/>
                <a:cs typeface="Lucida Sans Unicode" panose="020B0602030504020204"/>
              </a:rPr>
              <a:t>real</a:t>
            </a:r>
            <a:r>
              <a:rPr sz="2600" spc="-2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35" dirty="0">
                <a:latin typeface="Lucida Sans Unicode" panose="020B0602030504020204"/>
                <a:cs typeface="Lucida Sans Unicode" panose="020B0602030504020204"/>
              </a:rPr>
              <a:t>time</a:t>
            </a:r>
            <a:r>
              <a:rPr sz="2600" spc="-28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60" dirty="0">
                <a:latin typeface="Lucida Sans Unicode" panose="020B0602030504020204"/>
                <a:cs typeface="Lucida Sans Unicode" panose="020B0602030504020204"/>
              </a:rPr>
              <a:t>when</a:t>
            </a:r>
            <a:r>
              <a:rPr sz="2600" spc="-2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30" dirty="0">
                <a:latin typeface="Lucida Sans Unicode" panose="020B0602030504020204"/>
                <a:cs typeface="Lucida Sans Unicode" panose="020B0602030504020204"/>
              </a:rPr>
              <a:t>they</a:t>
            </a:r>
            <a:r>
              <a:rPr sz="2600" spc="-22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05" dirty="0">
                <a:latin typeface="Lucida Sans Unicode" panose="020B0602030504020204"/>
                <a:cs typeface="Lucida Sans Unicode" panose="020B0602030504020204"/>
              </a:rPr>
              <a:t>board</a:t>
            </a:r>
            <a:r>
              <a:rPr sz="2600" spc="-2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55" dirty="0">
                <a:latin typeface="Lucida Sans Unicode" panose="020B0602030504020204"/>
                <a:cs typeface="Lucida Sans Unicode" panose="020B0602030504020204"/>
              </a:rPr>
              <a:t>the</a:t>
            </a:r>
            <a:r>
              <a:rPr sz="2600" spc="-22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-20" dirty="0">
                <a:latin typeface="Lucida Sans Unicode" panose="020B0602030504020204"/>
                <a:cs typeface="Lucida Sans Unicode" panose="020B0602030504020204"/>
              </a:rPr>
              <a:t>bus. </a:t>
            </a:r>
            <a:r>
              <a:rPr sz="2600" spc="-80" dirty="0">
                <a:latin typeface="Lucida Sans Unicode" panose="020B0602030504020204"/>
                <a:cs typeface="Lucida Sans Unicode" panose="020B0602030504020204"/>
              </a:rPr>
              <a:t>To</a:t>
            </a:r>
            <a:r>
              <a:rPr sz="2600" spc="-28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35" dirty="0">
                <a:latin typeface="Lucida Sans Unicode" panose="020B0602030504020204"/>
                <a:cs typeface="Lucida Sans Unicode" panose="020B0602030504020204"/>
              </a:rPr>
              <a:t>send</a:t>
            </a:r>
            <a:r>
              <a:rPr sz="2600" spc="-16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90" dirty="0">
                <a:latin typeface="Lucida Sans Unicode" panose="020B0602030504020204"/>
                <a:cs typeface="Lucida Sans Unicode" panose="020B0602030504020204"/>
              </a:rPr>
              <a:t>instant</a:t>
            </a:r>
            <a:r>
              <a:rPr sz="2600" spc="-21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240" dirty="0">
                <a:latin typeface="Lucida Sans Unicode" panose="020B0602030504020204"/>
                <a:cs typeface="Lucida Sans Unicode" panose="020B0602030504020204"/>
              </a:rPr>
              <a:t>SMS</a:t>
            </a:r>
            <a:r>
              <a:rPr sz="2600" spc="-21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95" dirty="0">
                <a:latin typeface="Lucida Sans Unicode" panose="020B0602030504020204"/>
                <a:cs typeface="Lucida Sans Unicode" panose="020B0602030504020204"/>
              </a:rPr>
              <a:t>notifications</a:t>
            </a:r>
            <a:r>
              <a:rPr sz="2600" spc="-30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14" dirty="0">
                <a:latin typeface="Lucida Sans Unicode" panose="020B0602030504020204"/>
                <a:cs typeface="Lucida Sans Unicode" panose="020B0602030504020204"/>
              </a:rPr>
              <a:t>to</a:t>
            </a:r>
            <a:r>
              <a:rPr sz="2600" spc="-2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05" dirty="0">
                <a:latin typeface="Lucida Sans Unicode" panose="020B0602030504020204"/>
                <a:cs typeface="Lucida Sans Unicode" panose="020B0602030504020204"/>
              </a:rPr>
              <a:t>parents</a:t>
            </a:r>
            <a:r>
              <a:rPr sz="2600" spc="-32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70" dirty="0">
                <a:latin typeface="Lucida Sans Unicode" panose="020B0602030504020204"/>
                <a:cs typeface="Lucida Sans Unicode" panose="020B0602030504020204"/>
              </a:rPr>
              <a:t>for </a:t>
            </a:r>
            <a:r>
              <a:rPr sz="2600" spc="95" dirty="0">
                <a:latin typeface="Lucida Sans Unicode" panose="020B0602030504020204"/>
                <a:cs typeface="Lucida Sans Unicode" panose="020B0602030504020204"/>
              </a:rPr>
              <a:t>improved</a:t>
            </a:r>
            <a:r>
              <a:rPr sz="2600" spc="-2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25" dirty="0">
                <a:latin typeface="Lucida Sans Unicode" panose="020B0602030504020204"/>
                <a:cs typeface="Lucida Sans Unicode" panose="020B0602030504020204"/>
              </a:rPr>
              <a:t>safety</a:t>
            </a:r>
            <a:r>
              <a:rPr sz="2600" spc="-2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40" dirty="0">
                <a:latin typeface="Lucida Sans Unicode" panose="020B0602030504020204"/>
                <a:cs typeface="Lucida Sans Unicode" panose="020B0602030504020204"/>
              </a:rPr>
              <a:t>and</a:t>
            </a:r>
            <a:r>
              <a:rPr sz="2600" spc="-2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75" dirty="0">
                <a:latin typeface="Lucida Sans Unicode" panose="020B0602030504020204"/>
                <a:cs typeface="Lucida Sans Unicode" panose="020B0602030504020204"/>
              </a:rPr>
              <a:t>transparency.</a:t>
            </a:r>
            <a:endParaRPr sz="2600">
              <a:latin typeface="Lucida Sans Unicode" panose="020B0602030504020204"/>
              <a:cs typeface="Lucida Sans Unicode" panose="020B0602030504020204"/>
            </a:endParaRPr>
          </a:p>
          <a:p>
            <a:pPr marL="12700" marR="5080" indent="64135">
              <a:lnSpc>
                <a:spcPct val="115000"/>
              </a:lnSpc>
            </a:pPr>
            <a:r>
              <a:rPr sz="2600" spc="-80" dirty="0">
                <a:latin typeface="Lucida Sans Unicode" panose="020B0602030504020204"/>
                <a:cs typeface="Lucida Sans Unicode" panose="020B0602030504020204"/>
              </a:rPr>
              <a:t>To</a:t>
            </a:r>
            <a:r>
              <a:rPr sz="2600" spc="-229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50" dirty="0">
                <a:latin typeface="Lucida Sans Unicode" panose="020B0602030504020204"/>
                <a:cs typeface="Lucida Sans Unicode" panose="020B0602030504020204"/>
              </a:rPr>
              <a:t>reduce</a:t>
            </a:r>
            <a:r>
              <a:rPr sz="2600" spc="-2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10" dirty="0">
                <a:latin typeface="Lucida Sans Unicode" panose="020B0602030504020204"/>
                <a:cs typeface="Lucida Sans Unicode" panose="020B0602030504020204"/>
              </a:rPr>
              <a:t>manual</a:t>
            </a:r>
            <a:r>
              <a:rPr sz="2600" spc="-2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70" dirty="0">
                <a:latin typeface="Lucida Sans Unicode" panose="020B0602030504020204"/>
                <a:cs typeface="Lucida Sans Unicode" panose="020B0602030504020204"/>
              </a:rPr>
              <a:t>errors</a:t>
            </a:r>
            <a:r>
              <a:rPr sz="2600" spc="-2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40" dirty="0">
                <a:latin typeface="Lucida Sans Unicode" panose="020B0602030504020204"/>
                <a:cs typeface="Lucida Sans Unicode" panose="020B0602030504020204"/>
              </a:rPr>
              <a:t>and</a:t>
            </a:r>
            <a:r>
              <a:rPr sz="2600" spc="-229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65" dirty="0">
                <a:latin typeface="Lucida Sans Unicode" panose="020B0602030504020204"/>
                <a:cs typeface="Lucida Sans Unicode" panose="020B0602030504020204"/>
              </a:rPr>
              <a:t>enhance</a:t>
            </a:r>
            <a:r>
              <a:rPr sz="2600" spc="-28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90" dirty="0">
                <a:latin typeface="Lucida Sans Unicode" panose="020B0602030504020204"/>
                <a:cs typeface="Lucida Sans Unicode" panose="020B0602030504020204"/>
              </a:rPr>
              <a:t>efficiency, </a:t>
            </a:r>
            <a:r>
              <a:rPr sz="2600" spc="80" dirty="0">
                <a:latin typeface="Lucida Sans Unicode" panose="020B0602030504020204"/>
                <a:cs typeface="Lucida Sans Unicode" panose="020B0602030504020204"/>
              </a:rPr>
              <a:t>security,</a:t>
            </a:r>
            <a:r>
              <a:rPr sz="2600" spc="-15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40" dirty="0">
                <a:latin typeface="Lucida Sans Unicode" panose="020B0602030504020204"/>
                <a:cs typeface="Lucida Sans Unicode" panose="020B0602030504020204"/>
              </a:rPr>
              <a:t>and</a:t>
            </a:r>
            <a:r>
              <a:rPr sz="2600" spc="-15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45" dirty="0">
                <a:latin typeface="Lucida Sans Unicode" panose="020B0602030504020204"/>
                <a:cs typeface="Lucida Sans Unicode" panose="020B0602030504020204"/>
              </a:rPr>
              <a:t>reliability</a:t>
            </a:r>
            <a:r>
              <a:rPr sz="2600" spc="-21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dirty="0">
                <a:latin typeface="Lucida Sans Unicode" panose="020B0602030504020204"/>
                <a:cs typeface="Lucida Sans Unicode" panose="020B0602030504020204"/>
              </a:rPr>
              <a:t>in</a:t>
            </a:r>
            <a:r>
              <a:rPr sz="2600" spc="-21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25" dirty="0">
                <a:latin typeface="Lucida Sans Unicode" panose="020B0602030504020204"/>
                <a:cs typeface="Lucida Sans Unicode" panose="020B0602030504020204"/>
              </a:rPr>
              <a:t>student</a:t>
            </a:r>
            <a:r>
              <a:rPr sz="2600" spc="-2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00" dirty="0">
                <a:latin typeface="Lucida Sans Unicode" panose="020B0602030504020204"/>
                <a:cs typeface="Lucida Sans Unicode" panose="020B0602030504020204"/>
              </a:rPr>
              <a:t>transport </a:t>
            </a:r>
            <a:r>
              <a:rPr sz="2600" spc="120" dirty="0">
                <a:latin typeface="Lucida Sans Unicode" panose="020B0602030504020204"/>
                <a:cs typeface="Lucida Sans Unicode" panose="020B0602030504020204"/>
              </a:rPr>
              <a:t>management.</a:t>
            </a:r>
            <a:endParaRPr sz="260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52400" y="1475656"/>
            <a:ext cx="9788898" cy="102143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0525">
              <a:lnSpc>
                <a:spcPct val="100000"/>
              </a:lnSpc>
              <a:spcBef>
                <a:spcPts val="105"/>
              </a:spcBef>
            </a:pPr>
            <a:r>
              <a:rPr lang="en-US" sz="6550" u="sng" spc="-135" dirty="0" smtClean="0">
                <a:solidFill>
                  <a:srgbClr val="002060"/>
                </a:solidFill>
              </a:rPr>
              <a:t>OBJECTIVES</a:t>
            </a:r>
            <a:r>
              <a:rPr lang="en-US" sz="6550" spc="-135" dirty="0" smtClean="0">
                <a:solidFill>
                  <a:srgbClr val="002060"/>
                </a:solidFill>
              </a:rPr>
              <a:t> </a:t>
            </a:r>
            <a:r>
              <a:rPr sz="6550" spc="-135" dirty="0" smtClean="0">
                <a:solidFill>
                  <a:srgbClr val="002060"/>
                </a:solidFill>
              </a:rPr>
              <a:t>:</a:t>
            </a:r>
            <a:endParaRPr sz="655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73514" y="258562"/>
            <a:ext cx="11449050" cy="997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400" spc="-620" dirty="0">
                <a:solidFill>
                  <a:srgbClr val="002060"/>
                </a:solidFill>
              </a:rPr>
              <a:t>SYSTEM</a:t>
            </a:r>
            <a:r>
              <a:rPr sz="6400" spc="-760" dirty="0">
                <a:solidFill>
                  <a:srgbClr val="002060"/>
                </a:solidFill>
              </a:rPr>
              <a:t> </a:t>
            </a:r>
            <a:r>
              <a:rPr sz="6400" spc="-409" dirty="0">
                <a:solidFill>
                  <a:srgbClr val="002060"/>
                </a:solidFill>
              </a:rPr>
              <a:t>ARCHITE</a:t>
            </a:r>
            <a:r>
              <a:rPr lang="en-US" sz="6400" spc="-940" dirty="0">
                <a:solidFill>
                  <a:srgbClr val="002060"/>
                </a:solidFill>
              </a:rPr>
              <a:t>C</a:t>
            </a:r>
            <a:r>
              <a:rPr sz="6400" spc="-530" dirty="0">
                <a:solidFill>
                  <a:srgbClr val="002060"/>
                </a:solidFill>
              </a:rPr>
              <a:t>TURE:</a:t>
            </a:r>
            <a:endParaRPr sz="6400" dirty="0">
              <a:solidFill>
                <a:srgbClr val="002060"/>
              </a:solidFill>
            </a:endParaRPr>
          </a:p>
        </p:txBody>
      </p:sp>
      <p:pic>
        <p:nvPicPr>
          <p:cNvPr id="8" name="drawi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33800" y="1287590"/>
            <a:ext cx="8610600" cy="867352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9258300"/>
            <a:ext cx="18288000" cy="102870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4782756" y="1547411"/>
            <a:ext cx="1682114" cy="805180"/>
            <a:chOff x="14782756" y="1547411"/>
            <a:chExt cx="1682114" cy="805180"/>
          </a:xfrm>
        </p:grpSpPr>
        <p:sp>
          <p:nvSpPr>
            <p:cNvPr id="5" name="object 5"/>
            <p:cNvSpPr/>
            <p:nvPr/>
          </p:nvSpPr>
          <p:spPr>
            <a:xfrm>
              <a:off x="15426708" y="1556206"/>
              <a:ext cx="394335" cy="788035"/>
            </a:xfrm>
            <a:custGeom>
              <a:avLst/>
              <a:gdLst/>
              <a:ahLst/>
              <a:cxnLst/>
              <a:rect l="l" t="t" r="r" b="b"/>
              <a:pathLst>
                <a:path w="394334" h="788035">
                  <a:moveTo>
                    <a:pt x="0" y="787941"/>
                  </a:moveTo>
                  <a:lnTo>
                    <a:pt x="393991" y="393991"/>
                  </a:lnTo>
                  <a:lnTo>
                    <a:pt x="0" y="0"/>
                  </a:lnTo>
                  <a:lnTo>
                    <a:pt x="0" y="78794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4782756" y="1547411"/>
              <a:ext cx="1682114" cy="805180"/>
            </a:xfrm>
            <a:custGeom>
              <a:avLst/>
              <a:gdLst/>
              <a:ahLst/>
              <a:cxnLst/>
              <a:rect l="l" t="t" r="r" b="b"/>
              <a:pathLst>
                <a:path w="1682115" h="805180">
                  <a:moveTo>
                    <a:pt x="643003" y="804762"/>
                  </a:moveTo>
                  <a:lnTo>
                    <a:pt x="646287" y="804762"/>
                  </a:lnTo>
                  <a:lnTo>
                    <a:pt x="648165" y="803989"/>
                  </a:lnTo>
                  <a:lnTo>
                    <a:pt x="1045292" y="406877"/>
                  </a:lnTo>
                  <a:lnTo>
                    <a:pt x="1046077" y="404984"/>
                  </a:lnTo>
                  <a:lnTo>
                    <a:pt x="1046077" y="400547"/>
                  </a:lnTo>
                  <a:lnTo>
                    <a:pt x="1045292" y="398653"/>
                  </a:lnTo>
                  <a:lnTo>
                    <a:pt x="647088" y="595"/>
                  </a:lnTo>
                  <a:lnTo>
                    <a:pt x="644171" y="6"/>
                  </a:lnTo>
                  <a:lnTo>
                    <a:pt x="640861" y="1369"/>
                  </a:lnTo>
                  <a:lnTo>
                    <a:pt x="637620" y="2783"/>
                  </a:lnTo>
                  <a:lnTo>
                    <a:pt x="636014" y="5258"/>
                  </a:lnTo>
                  <a:lnTo>
                    <a:pt x="636015" y="28181"/>
                  </a:lnTo>
                  <a:lnTo>
                    <a:pt x="651979" y="28181"/>
                  </a:lnTo>
                  <a:lnTo>
                    <a:pt x="1026583" y="402785"/>
                  </a:lnTo>
                  <a:lnTo>
                    <a:pt x="651979" y="777350"/>
                  </a:lnTo>
                  <a:lnTo>
                    <a:pt x="636036" y="777350"/>
                  </a:lnTo>
                  <a:lnTo>
                    <a:pt x="636037" y="800310"/>
                  </a:lnTo>
                  <a:lnTo>
                    <a:pt x="637682" y="802786"/>
                  </a:lnTo>
                  <a:lnTo>
                    <a:pt x="641973" y="804561"/>
                  </a:lnTo>
                  <a:lnTo>
                    <a:pt x="643003" y="804762"/>
                  </a:lnTo>
                  <a:close/>
                </a:path>
                <a:path w="1682115" h="805180">
                  <a:moveTo>
                    <a:pt x="636036" y="777350"/>
                  </a:moveTo>
                  <a:lnTo>
                    <a:pt x="651979" y="777350"/>
                  </a:lnTo>
                  <a:lnTo>
                    <a:pt x="651979" y="28181"/>
                  </a:lnTo>
                  <a:lnTo>
                    <a:pt x="636015" y="28181"/>
                  </a:lnTo>
                  <a:lnTo>
                    <a:pt x="636036" y="777350"/>
                  </a:lnTo>
                  <a:close/>
                </a:path>
                <a:path w="1682115" h="805180">
                  <a:moveTo>
                    <a:pt x="3088" y="804762"/>
                  </a:moveTo>
                  <a:lnTo>
                    <a:pt x="6373" y="804762"/>
                  </a:lnTo>
                  <a:lnTo>
                    <a:pt x="8250" y="803989"/>
                  </a:lnTo>
                  <a:lnTo>
                    <a:pt x="405378" y="406877"/>
                  </a:lnTo>
                  <a:lnTo>
                    <a:pt x="406162" y="404984"/>
                  </a:lnTo>
                  <a:lnTo>
                    <a:pt x="406162" y="400547"/>
                  </a:lnTo>
                  <a:lnTo>
                    <a:pt x="405378" y="398653"/>
                  </a:lnTo>
                  <a:lnTo>
                    <a:pt x="9656" y="3135"/>
                  </a:lnTo>
                  <a:lnTo>
                    <a:pt x="7127" y="755"/>
                  </a:lnTo>
                  <a:lnTo>
                    <a:pt x="4261" y="235"/>
                  </a:lnTo>
                  <a:lnTo>
                    <a:pt x="0" y="2018"/>
                  </a:lnTo>
                  <a:lnTo>
                    <a:pt x="0" y="803716"/>
                  </a:lnTo>
                  <a:lnTo>
                    <a:pt x="2058" y="804561"/>
                  </a:lnTo>
                  <a:lnTo>
                    <a:pt x="3088" y="804762"/>
                  </a:lnTo>
                  <a:close/>
                </a:path>
                <a:path w="1682115" h="805180">
                  <a:moveTo>
                    <a:pt x="1282851" y="804758"/>
                  </a:moveTo>
                  <a:lnTo>
                    <a:pt x="1286174" y="804758"/>
                  </a:lnTo>
                  <a:lnTo>
                    <a:pt x="1288028" y="804000"/>
                  </a:lnTo>
                  <a:lnTo>
                    <a:pt x="1682055" y="409946"/>
                  </a:lnTo>
                  <a:lnTo>
                    <a:pt x="1682055" y="395584"/>
                  </a:lnTo>
                  <a:lnTo>
                    <a:pt x="1287081" y="589"/>
                  </a:lnTo>
                  <a:lnTo>
                    <a:pt x="1284161" y="0"/>
                  </a:lnTo>
                  <a:lnTo>
                    <a:pt x="1277531" y="2733"/>
                  </a:lnTo>
                  <a:lnTo>
                    <a:pt x="1275876" y="5209"/>
                  </a:lnTo>
                  <a:lnTo>
                    <a:pt x="1275878" y="800323"/>
                  </a:lnTo>
                  <a:lnTo>
                    <a:pt x="1277537" y="802798"/>
                  </a:lnTo>
                  <a:lnTo>
                    <a:pt x="1281834" y="804557"/>
                  </a:lnTo>
                  <a:lnTo>
                    <a:pt x="1282851" y="804758"/>
                  </a:lnTo>
                  <a:close/>
                </a:path>
              </a:pathLst>
            </a:custGeom>
            <a:solidFill>
              <a:srgbClr val="002F6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66310" y="2510509"/>
            <a:ext cx="8421689" cy="582929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13028" y="253202"/>
            <a:ext cx="9821572" cy="10130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sng" spc="-415" dirty="0">
                <a:solidFill>
                  <a:srgbClr val="002060"/>
                </a:solidFill>
              </a:rPr>
              <a:t>TECHNOLOGIES</a:t>
            </a:r>
            <a:r>
              <a:rPr u="sng" spc="-760" dirty="0">
                <a:solidFill>
                  <a:srgbClr val="002060"/>
                </a:solidFill>
              </a:rPr>
              <a:t> </a:t>
            </a:r>
            <a:r>
              <a:rPr u="sng" spc="-525" dirty="0" smtClean="0">
                <a:solidFill>
                  <a:srgbClr val="002060"/>
                </a:solidFill>
              </a:rPr>
              <a:t>USED</a:t>
            </a:r>
            <a:r>
              <a:rPr lang="en-US" u="sng" spc="-525" dirty="0" smtClean="0">
                <a:solidFill>
                  <a:srgbClr val="002060"/>
                </a:solidFill>
              </a:rPr>
              <a:t> </a:t>
            </a:r>
            <a:r>
              <a:rPr spc="-525" dirty="0" smtClean="0">
                <a:solidFill>
                  <a:srgbClr val="002060"/>
                </a:solidFill>
              </a:rPr>
              <a:t>:</a:t>
            </a:r>
            <a:endParaRPr spc="-525" dirty="0">
              <a:solidFill>
                <a:srgbClr val="002060"/>
              </a:solidFill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2881" y="1846504"/>
            <a:ext cx="9274810" cy="688340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spc="960" dirty="0">
                <a:latin typeface="Times New Roman" panose="02020603050405020304"/>
                <a:cs typeface="Times New Roman" panose="02020603050405020304"/>
              </a:rPr>
              <a:t>🔹</a:t>
            </a:r>
            <a:r>
              <a:rPr sz="24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120" dirty="0">
                <a:latin typeface="Lucida Sans Unicode" panose="020B0602030504020204"/>
                <a:cs typeface="Lucida Sans Unicode" panose="020B0602030504020204"/>
              </a:rPr>
              <a:t>Raspberry</a:t>
            </a:r>
            <a:r>
              <a:rPr sz="2600" spc="-229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65" dirty="0">
                <a:latin typeface="Lucida Sans Unicode" panose="020B0602030504020204"/>
                <a:cs typeface="Lucida Sans Unicode" panose="020B0602030504020204"/>
              </a:rPr>
              <a:t>Pi</a:t>
            </a:r>
            <a:endParaRPr sz="2600" dirty="0">
              <a:latin typeface="Lucida Sans Unicode" panose="020B0602030504020204"/>
              <a:cs typeface="Lucida Sans Unicode" panose="020B0602030504020204"/>
            </a:endParaRPr>
          </a:p>
          <a:p>
            <a:pPr marL="12700" marR="86360">
              <a:lnSpc>
                <a:spcPct val="115000"/>
              </a:lnSpc>
            </a:pPr>
            <a:r>
              <a:rPr sz="2600" spc="135" dirty="0">
                <a:latin typeface="Lucida Sans Unicode" panose="020B0602030504020204"/>
                <a:cs typeface="Lucida Sans Unicode" panose="020B0602030504020204"/>
              </a:rPr>
              <a:t>Used</a:t>
            </a:r>
            <a:r>
              <a:rPr sz="2600" spc="-16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30" dirty="0">
                <a:latin typeface="Lucida Sans Unicode" panose="020B0602030504020204"/>
                <a:cs typeface="Lucida Sans Unicode" panose="020B0602030504020204"/>
              </a:rPr>
              <a:t>as</a:t>
            </a:r>
            <a:r>
              <a:rPr sz="2600" spc="-30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55" dirty="0">
                <a:latin typeface="Lucida Sans Unicode" panose="020B0602030504020204"/>
                <a:cs typeface="Lucida Sans Unicode" panose="020B0602030504020204"/>
              </a:rPr>
              <a:t>the</a:t>
            </a:r>
            <a:r>
              <a:rPr sz="2600" spc="-2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05" dirty="0">
                <a:latin typeface="Lucida Sans Unicode" panose="020B0602030504020204"/>
                <a:cs typeface="Lucida Sans Unicode" panose="020B0602030504020204"/>
              </a:rPr>
              <a:t>main</a:t>
            </a:r>
            <a:r>
              <a:rPr sz="2600" spc="-16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05" dirty="0">
                <a:latin typeface="Lucida Sans Unicode" panose="020B0602030504020204"/>
                <a:cs typeface="Lucida Sans Unicode" panose="020B0602030504020204"/>
              </a:rPr>
              <a:t>processing</a:t>
            </a:r>
            <a:r>
              <a:rPr sz="2600" spc="-18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75" dirty="0">
                <a:latin typeface="Lucida Sans Unicode" panose="020B0602030504020204"/>
                <a:cs typeface="Lucida Sans Unicode" panose="020B0602030504020204"/>
              </a:rPr>
              <a:t>unit</a:t>
            </a:r>
            <a:r>
              <a:rPr sz="2600" spc="-16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70" dirty="0">
                <a:latin typeface="Lucida Sans Unicode" panose="020B0602030504020204"/>
                <a:cs typeface="Lucida Sans Unicode" panose="020B0602030504020204"/>
              </a:rPr>
              <a:t>inside</a:t>
            </a:r>
            <a:r>
              <a:rPr sz="2600" spc="-30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55" dirty="0">
                <a:latin typeface="Lucida Sans Unicode" panose="020B0602030504020204"/>
                <a:cs typeface="Lucida Sans Unicode" panose="020B0602030504020204"/>
              </a:rPr>
              <a:t>the</a:t>
            </a:r>
            <a:r>
              <a:rPr sz="2600" spc="-2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05" dirty="0">
                <a:latin typeface="Lucida Sans Unicode" panose="020B0602030504020204"/>
                <a:cs typeface="Lucida Sans Unicode" panose="020B0602030504020204"/>
              </a:rPr>
              <a:t>bus</a:t>
            </a:r>
            <a:r>
              <a:rPr sz="2600" spc="-30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14" dirty="0">
                <a:latin typeface="Lucida Sans Unicode" panose="020B0602030504020204"/>
                <a:cs typeface="Lucida Sans Unicode" panose="020B0602030504020204"/>
              </a:rPr>
              <a:t>to</a:t>
            </a:r>
            <a:r>
              <a:rPr sz="2600" spc="-2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55" dirty="0">
                <a:latin typeface="Lucida Sans Unicode" panose="020B0602030504020204"/>
                <a:cs typeface="Lucida Sans Unicode" panose="020B0602030504020204"/>
              </a:rPr>
              <a:t>run </a:t>
            </a:r>
            <a:r>
              <a:rPr sz="2600" spc="155" dirty="0">
                <a:latin typeface="Lucida Sans Unicode" panose="020B0602030504020204"/>
                <a:cs typeface="Lucida Sans Unicode" panose="020B0602030504020204"/>
              </a:rPr>
              <a:t>the</a:t>
            </a:r>
            <a:r>
              <a:rPr sz="2600" spc="-28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65" dirty="0">
                <a:latin typeface="Lucida Sans Unicode" panose="020B0602030504020204"/>
                <a:cs typeface="Lucida Sans Unicode" panose="020B0602030504020204"/>
              </a:rPr>
              <a:t>system.</a:t>
            </a:r>
            <a:endParaRPr sz="2600" dirty="0">
              <a:latin typeface="Lucida Sans Unicode" panose="020B0602030504020204"/>
              <a:cs typeface="Lucida Sans Unicode" panose="020B0602030504020204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400" spc="960" dirty="0">
                <a:latin typeface="Times New Roman" panose="02020603050405020304"/>
                <a:cs typeface="Times New Roman" panose="02020603050405020304"/>
              </a:rPr>
              <a:t>🔹</a:t>
            </a:r>
            <a:r>
              <a:rPr sz="24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165" dirty="0">
                <a:latin typeface="Lucida Sans Unicode" panose="020B0602030504020204"/>
                <a:cs typeface="Lucida Sans Unicode" panose="020B0602030504020204"/>
              </a:rPr>
              <a:t>Camera</a:t>
            </a:r>
            <a:r>
              <a:rPr sz="2600" spc="-17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95" dirty="0">
                <a:latin typeface="Lucida Sans Unicode" panose="020B0602030504020204"/>
                <a:cs typeface="Lucida Sans Unicode" panose="020B0602030504020204"/>
              </a:rPr>
              <a:t>Module</a:t>
            </a:r>
            <a:endParaRPr sz="2600" dirty="0">
              <a:latin typeface="Lucida Sans Unicode" panose="020B0602030504020204"/>
              <a:cs typeface="Lucida Sans Unicode" panose="020B0602030504020204"/>
            </a:endParaRPr>
          </a:p>
          <a:p>
            <a:pPr marL="12700" marR="1299210">
              <a:lnSpc>
                <a:spcPct val="115000"/>
              </a:lnSpc>
            </a:pPr>
            <a:r>
              <a:rPr sz="2600" spc="130" dirty="0">
                <a:latin typeface="Lucida Sans Unicode" panose="020B0602030504020204"/>
                <a:cs typeface="Lucida Sans Unicode" panose="020B0602030504020204"/>
              </a:rPr>
              <a:t>Captures</a:t>
            </a:r>
            <a:r>
              <a:rPr sz="2600" spc="-22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-10" dirty="0">
                <a:latin typeface="Lucida Sans Unicode" panose="020B0602030504020204"/>
                <a:cs typeface="Lucida Sans Unicode" panose="020B0602030504020204"/>
              </a:rPr>
              <a:t>real-</a:t>
            </a:r>
            <a:r>
              <a:rPr sz="2600" spc="135" dirty="0">
                <a:latin typeface="Lucida Sans Unicode" panose="020B0602030504020204"/>
                <a:cs typeface="Lucida Sans Unicode" panose="020B0602030504020204"/>
              </a:rPr>
              <a:t>time</a:t>
            </a:r>
            <a:r>
              <a:rPr sz="2600" spc="-21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20" dirty="0">
                <a:latin typeface="Lucida Sans Unicode" panose="020B0602030504020204"/>
                <a:cs typeface="Lucida Sans Unicode" panose="020B0602030504020204"/>
              </a:rPr>
              <a:t>images</a:t>
            </a:r>
            <a:r>
              <a:rPr sz="2600" spc="-27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10" dirty="0">
                <a:latin typeface="Lucida Sans Unicode" panose="020B0602030504020204"/>
                <a:cs typeface="Lucida Sans Unicode" panose="020B0602030504020204"/>
              </a:rPr>
              <a:t>of</a:t>
            </a:r>
            <a:r>
              <a:rPr sz="2600" spc="-29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14" dirty="0">
                <a:latin typeface="Lucida Sans Unicode" panose="020B0602030504020204"/>
                <a:cs typeface="Lucida Sans Unicode" panose="020B0602030504020204"/>
              </a:rPr>
              <a:t>students</a:t>
            </a:r>
            <a:r>
              <a:rPr sz="2600" spc="-31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95" dirty="0">
                <a:latin typeface="Lucida Sans Unicode" panose="020B0602030504020204"/>
                <a:cs typeface="Lucida Sans Unicode" panose="020B0602030504020204"/>
              </a:rPr>
              <a:t>for</a:t>
            </a:r>
            <a:r>
              <a:rPr sz="2600" spc="-29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70" dirty="0">
                <a:latin typeface="Lucida Sans Unicode" panose="020B0602030504020204"/>
                <a:cs typeface="Lucida Sans Unicode" panose="020B0602030504020204"/>
              </a:rPr>
              <a:t>face </a:t>
            </a:r>
            <a:r>
              <a:rPr sz="2600" spc="65" dirty="0">
                <a:latin typeface="Lucida Sans Unicode" panose="020B0602030504020204"/>
                <a:cs typeface="Lucida Sans Unicode" panose="020B0602030504020204"/>
              </a:rPr>
              <a:t>recognition.</a:t>
            </a:r>
            <a:endParaRPr sz="2600" dirty="0">
              <a:latin typeface="Lucida Sans Unicode" panose="020B0602030504020204"/>
              <a:cs typeface="Lucida Sans Unicode" panose="020B0602030504020204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400" spc="960" dirty="0">
                <a:latin typeface="Times New Roman" panose="02020603050405020304"/>
                <a:cs typeface="Times New Roman" panose="02020603050405020304"/>
              </a:rPr>
              <a:t>🔹</a:t>
            </a:r>
            <a:r>
              <a:rPr sz="24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240" dirty="0">
                <a:latin typeface="Lucida Sans Unicode" panose="020B0602030504020204"/>
                <a:cs typeface="Lucida Sans Unicode" panose="020B0602030504020204"/>
              </a:rPr>
              <a:t>GSM</a:t>
            </a:r>
            <a:r>
              <a:rPr sz="2600" spc="-17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95" dirty="0">
                <a:latin typeface="Lucida Sans Unicode" panose="020B0602030504020204"/>
                <a:cs typeface="Lucida Sans Unicode" panose="020B0602030504020204"/>
              </a:rPr>
              <a:t>Module</a:t>
            </a:r>
            <a:endParaRPr sz="2600" dirty="0">
              <a:latin typeface="Lucida Sans Unicode" panose="020B0602030504020204"/>
              <a:cs typeface="Lucida Sans Unicode" panose="020B0602030504020204"/>
            </a:endParaRPr>
          </a:p>
          <a:p>
            <a:pPr marL="12700" marR="5080">
              <a:lnSpc>
                <a:spcPct val="115000"/>
              </a:lnSpc>
            </a:pPr>
            <a:r>
              <a:rPr sz="2600" spc="165" dirty="0">
                <a:latin typeface="Lucida Sans Unicode" panose="020B0602030504020204"/>
                <a:cs typeface="Lucida Sans Unicode" panose="020B0602030504020204"/>
              </a:rPr>
              <a:t>Sends</a:t>
            </a:r>
            <a:r>
              <a:rPr sz="2600" spc="-27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240" dirty="0">
                <a:latin typeface="Lucida Sans Unicode" panose="020B0602030504020204"/>
                <a:cs typeface="Lucida Sans Unicode" panose="020B0602030504020204"/>
              </a:rPr>
              <a:t>SMS</a:t>
            </a:r>
            <a:r>
              <a:rPr sz="2600" spc="-21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95" dirty="0">
                <a:latin typeface="Lucida Sans Unicode" panose="020B0602030504020204"/>
                <a:cs typeface="Lucida Sans Unicode" panose="020B0602030504020204"/>
              </a:rPr>
              <a:t>notifications</a:t>
            </a:r>
            <a:r>
              <a:rPr sz="2600" spc="-30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14" dirty="0">
                <a:latin typeface="Lucida Sans Unicode" panose="020B0602030504020204"/>
                <a:cs typeface="Lucida Sans Unicode" panose="020B0602030504020204"/>
              </a:rPr>
              <a:t>to</a:t>
            </a:r>
            <a:r>
              <a:rPr sz="2600" spc="-2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05" dirty="0">
                <a:latin typeface="Lucida Sans Unicode" panose="020B0602030504020204"/>
                <a:cs typeface="Lucida Sans Unicode" panose="020B0602030504020204"/>
              </a:rPr>
              <a:t>parents</a:t>
            </a:r>
            <a:r>
              <a:rPr sz="2600" spc="-2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35" dirty="0">
                <a:latin typeface="Lucida Sans Unicode" panose="020B0602030504020204"/>
                <a:cs typeface="Lucida Sans Unicode" panose="020B0602030504020204"/>
              </a:rPr>
              <a:t>after</a:t>
            </a:r>
            <a:r>
              <a:rPr sz="2600" spc="-21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65" dirty="0">
                <a:latin typeface="Lucida Sans Unicode" panose="020B0602030504020204"/>
                <a:cs typeface="Lucida Sans Unicode" panose="020B0602030504020204"/>
              </a:rPr>
              <a:t>attendance</a:t>
            </a:r>
            <a:r>
              <a:rPr sz="2600" spc="-2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-25" dirty="0">
                <a:latin typeface="Lucida Sans Unicode" panose="020B0602030504020204"/>
                <a:cs typeface="Lucida Sans Unicode" panose="020B0602030504020204"/>
              </a:rPr>
              <a:t>is </a:t>
            </a:r>
            <a:r>
              <a:rPr sz="2600" spc="75" dirty="0">
                <a:latin typeface="Lucida Sans Unicode" panose="020B0602030504020204"/>
                <a:cs typeface="Lucida Sans Unicode" panose="020B0602030504020204"/>
              </a:rPr>
              <a:t>marked.</a:t>
            </a:r>
            <a:endParaRPr sz="2600" dirty="0">
              <a:latin typeface="Lucida Sans Unicode" panose="020B0602030504020204"/>
              <a:cs typeface="Lucida Sans Unicode" panose="020B0602030504020204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400" spc="960" dirty="0">
                <a:latin typeface="Times New Roman" panose="02020603050405020304"/>
                <a:cs typeface="Times New Roman" panose="02020603050405020304"/>
              </a:rPr>
              <a:t>🔹</a:t>
            </a:r>
            <a:r>
              <a:rPr sz="24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135" dirty="0">
                <a:latin typeface="Lucida Sans Unicode" panose="020B0602030504020204"/>
                <a:cs typeface="Lucida Sans Unicode" panose="020B0602030504020204"/>
              </a:rPr>
              <a:t>Python</a:t>
            </a:r>
            <a:r>
              <a:rPr sz="2600" spc="-16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dirty="0">
                <a:latin typeface="Lucida Sans Unicode" panose="020B0602030504020204"/>
                <a:cs typeface="Lucida Sans Unicode" panose="020B0602030504020204"/>
              </a:rPr>
              <a:t>&amp;</a:t>
            </a:r>
            <a:r>
              <a:rPr sz="2600" spc="-32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40" dirty="0">
                <a:latin typeface="Lucida Sans Unicode" panose="020B0602030504020204"/>
                <a:cs typeface="Lucida Sans Unicode" panose="020B0602030504020204"/>
              </a:rPr>
              <a:t>OpenCV</a:t>
            </a:r>
            <a:endParaRPr sz="2600" dirty="0">
              <a:latin typeface="Lucida Sans Unicode" panose="020B0602030504020204"/>
              <a:cs typeface="Lucida Sans Unicode" panose="020B0602030504020204"/>
            </a:endParaRPr>
          </a:p>
          <a:p>
            <a:pPr marL="12700" marR="201930">
              <a:lnSpc>
                <a:spcPct val="115000"/>
              </a:lnSpc>
            </a:pPr>
            <a:r>
              <a:rPr sz="2600" spc="135" dirty="0">
                <a:latin typeface="Lucida Sans Unicode" panose="020B0602030504020204"/>
                <a:cs typeface="Lucida Sans Unicode" panose="020B0602030504020204"/>
              </a:rPr>
              <a:t>Python</a:t>
            </a:r>
            <a:r>
              <a:rPr sz="2600" spc="-16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dirty="0">
                <a:latin typeface="Lucida Sans Unicode" panose="020B0602030504020204"/>
                <a:cs typeface="Lucida Sans Unicode" panose="020B0602030504020204"/>
              </a:rPr>
              <a:t>is</a:t>
            </a:r>
            <a:r>
              <a:rPr sz="2600" spc="-229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30" dirty="0">
                <a:latin typeface="Lucida Sans Unicode" panose="020B0602030504020204"/>
                <a:cs typeface="Lucida Sans Unicode" panose="020B0602030504020204"/>
              </a:rPr>
              <a:t>used</a:t>
            </a:r>
            <a:r>
              <a:rPr sz="2600" spc="-254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95" dirty="0">
                <a:latin typeface="Lucida Sans Unicode" panose="020B0602030504020204"/>
                <a:cs typeface="Lucida Sans Unicode" panose="020B0602030504020204"/>
              </a:rPr>
              <a:t>for</a:t>
            </a:r>
            <a:r>
              <a:rPr sz="2600" spc="-21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80" dirty="0">
                <a:latin typeface="Lucida Sans Unicode" panose="020B0602030504020204"/>
                <a:cs typeface="Lucida Sans Unicode" panose="020B0602030504020204"/>
              </a:rPr>
              <a:t>programming,</a:t>
            </a:r>
            <a:r>
              <a:rPr sz="2600" spc="-16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40" dirty="0">
                <a:latin typeface="Lucida Sans Unicode" panose="020B0602030504020204"/>
                <a:cs typeface="Lucida Sans Unicode" panose="020B0602030504020204"/>
              </a:rPr>
              <a:t>and</a:t>
            </a:r>
            <a:r>
              <a:rPr sz="2600" spc="-229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50" dirty="0">
                <a:latin typeface="Lucida Sans Unicode" panose="020B0602030504020204"/>
                <a:cs typeface="Lucida Sans Unicode" panose="020B0602030504020204"/>
              </a:rPr>
              <a:t>OpenCV</a:t>
            </a:r>
            <a:r>
              <a:rPr sz="2600" spc="-22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dirty="0">
                <a:latin typeface="Lucida Sans Unicode" panose="020B0602030504020204"/>
                <a:cs typeface="Lucida Sans Unicode" panose="020B0602030504020204"/>
              </a:rPr>
              <a:t>is</a:t>
            </a:r>
            <a:r>
              <a:rPr sz="2600" spc="-229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10" dirty="0">
                <a:latin typeface="Lucida Sans Unicode" panose="020B0602030504020204"/>
                <a:cs typeface="Lucida Sans Unicode" panose="020B0602030504020204"/>
              </a:rPr>
              <a:t>used </a:t>
            </a:r>
            <a:r>
              <a:rPr sz="2600" spc="95" dirty="0">
                <a:latin typeface="Lucida Sans Unicode" panose="020B0602030504020204"/>
                <a:cs typeface="Lucida Sans Unicode" panose="020B0602030504020204"/>
              </a:rPr>
              <a:t>for</a:t>
            </a:r>
            <a:r>
              <a:rPr sz="2600" spc="-30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90" dirty="0">
                <a:latin typeface="Lucida Sans Unicode" panose="020B0602030504020204"/>
                <a:cs typeface="Lucida Sans Unicode" panose="020B0602030504020204"/>
              </a:rPr>
              <a:t>face</a:t>
            </a:r>
            <a:r>
              <a:rPr sz="2600" spc="-28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35" dirty="0">
                <a:latin typeface="Lucida Sans Unicode" panose="020B0602030504020204"/>
                <a:cs typeface="Lucida Sans Unicode" panose="020B0602030504020204"/>
              </a:rPr>
              <a:t>detection</a:t>
            </a:r>
            <a:r>
              <a:rPr sz="2600" spc="-16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40" dirty="0">
                <a:latin typeface="Lucida Sans Unicode" panose="020B0602030504020204"/>
                <a:cs typeface="Lucida Sans Unicode" panose="020B0602030504020204"/>
              </a:rPr>
              <a:t>and</a:t>
            </a:r>
            <a:r>
              <a:rPr sz="2600" spc="-16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30" dirty="0">
                <a:latin typeface="Lucida Sans Unicode" panose="020B0602030504020204"/>
                <a:cs typeface="Lucida Sans Unicode" panose="020B0602030504020204"/>
              </a:rPr>
              <a:t>image</a:t>
            </a:r>
            <a:r>
              <a:rPr sz="2600" spc="-2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70" dirty="0">
                <a:latin typeface="Lucida Sans Unicode" panose="020B0602030504020204"/>
                <a:cs typeface="Lucida Sans Unicode" panose="020B0602030504020204"/>
              </a:rPr>
              <a:t>processing.</a:t>
            </a:r>
            <a:endParaRPr sz="2600" dirty="0">
              <a:latin typeface="Lucida Sans Unicode" panose="020B0602030504020204"/>
              <a:cs typeface="Lucida Sans Unicode" panose="020B0602030504020204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400" spc="960" dirty="0">
                <a:latin typeface="Times New Roman" panose="02020603050405020304"/>
                <a:cs typeface="Times New Roman" panose="02020603050405020304"/>
              </a:rPr>
              <a:t>🔹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130" dirty="0">
                <a:latin typeface="Lucida Sans Unicode" panose="020B0602030504020204"/>
                <a:cs typeface="Lucida Sans Unicode" panose="020B0602030504020204"/>
              </a:rPr>
              <a:t>SQLite</a:t>
            </a:r>
            <a:r>
              <a:rPr sz="2600" spc="-2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20" dirty="0">
                <a:latin typeface="Lucida Sans Unicode" panose="020B0602030504020204"/>
                <a:cs typeface="Lucida Sans Unicode" panose="020B0602030504020204"/>
              </a:rPr>
              <a:t>Database</a:t>
            </a:r>
            <a:endParaRPr sz="2600" dirty="0">
              <a:latin typeface="Lucida Sans Unicode" panose="020B0602030504020204"/>
              <a:cs typeface="Lucida Sans Unicode" panose="020B0602030504020204"/>
            </a:endParaRPr>
          </a:p>
          <a:p>
            <a:pPr marL="12700" marR="167640">
              <a:lnSpc>
                <a:spcPct val="115000"/>
              </a:lnSpc>
            </a:pPr>
            <a:r>
              <a:rPr sz="2600" spc="120" dirty="0">
                <a:latin typeface="Lucida Sans Unicode" panose="020B0602030504020204"/>
                <a:cs typeface="Lucida Sans Unicode" panose="020B0602030504020204"/>
              </a:rPr>
              <a:t>Stores</a:t>
            </a:r>
            <a:r>
              <a:rPr sz="2600" spc="-29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25" dirty="0">
                <a:latin typeface="Lucida Sans Unicode" panose="020B0602030504020204"/>
                <a:cs typeface="Lucida Sans Unicode" panose="020B0602030504020204"/>
              </a:rPr>
              <a:t>student</a:t>
            </a:r>
            <a:r>
              <a:rPr sz="2600" spc="-2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85" dirty="0">
                <a:latin typeface="Lucida Sans Unicode" panose="020B0602030504020204"/>
                <a:cs typeface="Lucida Sans Unicode" panose="020B0602030504020204"/>
              </a:rPr>
              <a:t>details</a:t>
            </a:r>
            <a:r>
              <a:rPr sz="2600" spc="-22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40" dirty="0">
                <a:latin typeface="Lucida Sans Unicode" panose="020B0602030504020204"/>
                <a:cs typeface="Lucida Sans Unicode" panose="020B0602030504020204"/>
              </a:rPr>
              <a:t>and</a:t>
            </a:r>
            <a:r>
              <a:rPr sz="2600" spc="-16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65" dirty="0">
                <a:latin typeface="Lucida Sans Unicode" panose="020B0602030504020204"/>
                <a:cs typeface="Lucida Sans Unicode" panose="020B0602030504020204"/>
              </a:rPr>
              <a:t>attendance</a:t>
            </a:r>
            <a:r>
              <a:rPr sz="2600" spc="-2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10" dirty="0">
                <a:latin typeface="Lucida Sans Unicode" panose="020B0602030504020204"/>
                <a:cs typeface="Lucida Sans Unicode" panose="020B0602030504020204"/>
              </a:rPr>
              <a:t>records</a:t>
            </a:r>
            <a:r>
              <a:rPr sz="2600" spc="-22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65" dirty="0">
                <a:latin typeface="Lucida Sans Unicode" panose="020B0602030504020204"/>
                <a:cs typeface="Lucida Sans Unicode" panose="020B0602030504020204"/>
              </a:rPr>
              <a:t>locally </a:t>
            </a:r>
            <a:r>
              <a:rPr sz="2600" dirty="0">
                <a:latin typeface="Lucida Sans Unicode" panose="020B0602030504020204"/>
                <a:cs typeface="Lucida Sans Unicode" panose="020B0602030504020204"/>
              </a:rPr>
              <a:t>in</a:t>
            </a:r>
            <a:r>
              <a:rPr sz="2600" spc="-229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155" dirty="0">
                <a:latin typeface="Lucida Sans Unicode" panose="020B0602030504020204"/>
                <a:cs typeface="Lucida Sans Unicode" panose="020B0602030504020204"/>
              </a:rPr>
              <a:t>the</a:t>
            </a:r>
            <a:r>
              <a:rPr sz="2600" spc="-26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65" dirty="0">
                <a:latin typeface="Lucida Sans Unicode" panose="020B0602030504020204"/>
                <a:cs typeface="Lucida Sans Unicode" panose="020B0602030504020204"/>
              </a:rPr>
              <a:t>system.</a:t>
            </a:r>
            <a:endParaRPr sz="2600" dirty="0">
              <a:latin typeface="Lucida Sans Unicode" panose="020B0602030504020204"/>
              <a:cs typeface="Lucida Sans Unicode" panose="020B0602030504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90600" y="2400300"/>
            <a:ext cx="6248400" cy="10130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sng" spc="-400" dirty="0" smtClean="0">
                <a:solidFill>
                  <a:srgbClr val="002060"/>
                </a:solidFill>
              </a:rPr>
              <a:t>A</a:t>
            </a:r>
            <a:r>
              <a:rPr u="sng" spc="-585" dirty="0" smtClean="0">
                <a:solidFill>
                  <a:srgbClr val="002060"/>
                </a:solidFill>
              </a:rPr>
              <a:t>D</a:t>
            </a:r>
            <a:r>
              <a:rPr u="sng" spc="-840" dirty="0" smtClean="0">
                <a:solidFill>
                  <a:srgbClr val="002060"/>
                </a:solidFill>
              </a:rPr>
              <a:t>V</a:t>
            </a:r>
            <a:r>
              <a:rPr u="sng" spc="-400" dirty="0" smtClean="0">
                <a:solidFill>
                  <a:srgbClr val="002060"/>
                </a:solidFill>
              </a:rPr>
              <a:t>AN</a:t>
            </a:r>
            <a:r>
              <a:rPr u="sng" spc="-930" dirty="0" smtClean="0">
                <a:solidFill>
                  <a:srgbClr val="002060"/>
                </a:solidFill>
              </a:rPr>
              <a:t>T</a:t>
            </a:r>
            <a:r>
              <a:rPr u="sng" spc="-630" dirty="0" smtClean="0">
                <a:solidFill>
                  <a:srgbClr val="002060"/>
                </a:solidFill>
              </a:rPr>
              <a:t>A</a:t>
            </a:r>
            <a:r>
              <a:rPr u="sng" spc="-400" dirty="0" smtClean="0">
                <a:solidFill>
                  <a:srgbClr val="002060"/>
                </a:solidFill>
              </a:rPr>
              <a:t>G</a:t>
            </a:r>
            <a:r>
              <a:rPr u="sng" spc="-445" dirty="0" smtClean="0">
                <a:solidFill>
                  <a:srgbClr val="002060"/>
                </a:solidFill>
              </a:rPr>
              <a:t>E</a:t>
            </a:r>
            <a:r>
              <a:rPr u="sng" spc="-400" dirty="0" smtClean="0">
                <a:solidFill>
                  <a:srgbClr val="002060"/>
                </a:solidFill>
              </a:rPr>
              <a:t>S</a:t>
            </a:r>
            <a:r>
              <a:rPr lang="en-US" sz="6400" spc="-400" dirty="0" smtClean="0">
                <a:solidFill>
                  <a:srgbClr val="002060"/>
                </a:solidFill>
              </a:rPr>
              <a:t> </a:t>
            </a:r>
            <a:r>
              <a:rPr sz="6400" spc="-390" dirty="0" smtClean="0">
                <a:solidFill>
                  <a:srgbClr val="002060"/>
                </a:solidFill>
              </a:rPr>
              <a:t>:</a:t>
            </a:r>
            <a:endParaRPr sz="6400" dirty="0">
              <a:solidFill>
                <a:srgbClr val="002060"/>
              </a:solidFill>
            </a:endParaRPr>
          </a:p>
        </p:txBody>
      </p:sp>
      <p:sp>
        <p:nvSpPr>
          <p:cNvPr id="23" name="Rectangle 1"/>
          <p:cNvSpPr>
            <a:spLocks noChangeArrowheads="1"/>
          </p:cNvSpPr>
          <p:nvPr/>
        </p:nvSpPr>
        <p:spPr bwMode="auto">
          <a:xfrm>
            <a:off x="762000" y="3848100"/>
            <a:ext cx="7928774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sz="2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 Attendance</a:t>
            </a:r>
            <a:r>
              <a:rPr kumimoji="0" lang="en-US" sz="2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No manual marking</a:t>
            </a:r>
            <a:endParaRPr kumimoji="0" lang="en-US" sz="2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sz="2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Accuracy</a:t>
            </a:r>
            <a:r>
              <a:rPr kumimoji="0" lang="en-US" sz="2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Reduces human errors</a:t>
            </a:r>
            <a:endParaRPr kumimoji="0" lang="en-US" sz="2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sz="2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 Efficient</a:t>
            </a:r>
            <a:r>
              <a:rPr kumimoji="0" lang="en-US" sz="2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Instant attendance recording</a:t>
            </a:r>
            <a:endParaRPr kumimoji="0" lang="en-US" sz="2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sz="2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 Safety</a:t>
            </a:r>
            <a:r>
              <a:rPr kumimoji="0" lang="en-US" sz="2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Only authorized students allowed</a:t>
            </a:r>
            <a:endParaRPr kumimoji="0" lang="en-US" sz="2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sz="2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SMS Alerts</a:t>
            </a:r>
            <a:r>
              <a:rPr kumimoji="0" lang="en-US" sz="2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Parents get real-time notifications</a:t>
            </a:r>
            <a:endParaRPr kumimoji="0" lang="en-US" sz="2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sz="2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 Storage</a:t>
            </a:r>
            <a:r>
              <a:rPr kumimoji="0" lang="en-US" sz="2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Digital attendance records</a:t>
            </a:r>
            <a:endParaRPr kumimoji="0" lang="en-US" sz="2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sz="2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Less Paperwork</a:t>
            </a:r>
            <a:r>
              <a:rPr kumimoji="0" lang="en-US" sz="2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No manual registers</a:t>
            </a:r>
            <a:endParaRPr kumimoji="0" lang="en-US" sz="2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sz="2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Easy Monitoring</a:t>
            </a:r>
            <a:r>
              <a:rPr kumimoji="0" lang="en-US" sz="2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Simple tracking for schools</a:t>
            </a:r>
            <a:endParaRPr kumimoji="0" lang="en-US" sz="2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sz="2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Cost Effective</a:t>
            </a:r>
            <a:r>
              <a:rPr kumimoji="0" lang="en-US" sz="2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Uses Raspberry Pi </a:t>
            </a:r>
            <a:r>
              <a:rPr kumimoji="0" lang="en-US" sz="2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hardwar</a:t>
            </a:r>
            <a:endParaRPr kumimoji="0" lang="en-US" sz="2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4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9296400" y="2542944"/>
            <a:ext cx="8656272" cy="502920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1028700" cy="102869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59298" y="6291879"/>
            <a:ext cx="1028700" cy="399511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2654436" y="9086484"/>
            <a:ext cx="1682114" cy="805180"/>
            <a:chOff x="2654436" y="9086484"/>
            <a:chExt cx="1682114" cy="805180"/>
          </a:xfrm>
        </p:grpSpPr>
        <p:sp>
          <p:nvSpPr>
            <p:cNvPr id="5" name="object 5"/>
            <p:cNvSpPr/>
            <p:nvPr/>
          </p:nvSpPr>
          <p:spPr>
            <a:xfrm>
              <a:off x="3298388" y="9095278"/>
              <a:ext cx="394335" cy="788035"/>
            </a:xfrm>
            <a:custGeom>
              <a:avLst/>
              <a:gdLst/>
              <a:ahLst/>
              <a:cxnLst/>
              <a:rect l="l" t="t" r="r" b="b"/>
              <a:pathLst>
                <a:path w="394335" h="788034">
                  <a:moveTo>
                    <a:pt x="0" y="787941"/>
                  </a:moveTo>
                  <a:lnTo>
                    <a:pt x="393991" y="393991"/>
                  </a:lnTo>
                  <a:lnTo>
                    <a:pt x="0" y="0"/>
                  </a:lnTo>
                  <a:lnTo>
                    <a:pt x="0" y="78794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654436" y="9086484"/>
              <a:ext cx="1682114" cy="805180"/>
            </a:xfrm>
            <a:custGeom>
              <a:avLst/>
              <a:gdLst/>
              <a:ahLst/>
              <a:cxnLst/>
              <a:rect l="l" t="t" r="r" b="b"/>
              <a:pathLst>
                <a:path w="1682114" h="805179">
                  <a:moveTo>
                    <a:pt x="643003" y="804762"/>
                  </a:moveTo>
                  <a:lnTo>
                    <a:pt x="646287" y="804762"/>
                  </a:lnTo>
                  <a:lnTo>
                    <a:pt x="648165" y="803989"/>
                  </a:lnTo>
                  <a:lnTo>
                    <a:pt x="1045292" y="406877"/>
                  </a:lnTo>
                  <a:lnTo>
                    <a:pt x="1046077" y="404984"/>
                  </a:lnTo>
                  <a:lnTo>
                    <a:pt x="1046077" y="400547"/>
                  </a:lnTo>
                  <a:lnTo>
                    <a:pt x="1045292" y="398653"/>
                  </a:lnTo>
                  <a:lnTo>
                    <a:pt x="647088" y="595"/>
                  </a:lnTo>
                  <a:lnTo>
                    <a:pt x="644171" y="6"/>
                  </a:lnTo>
                  <a:lnTo>
                    <a:pt x="640861" y="1369"/>
                  </a:lnTo>
                  <a:lnTo>
                    <a:pt x="637620" y="2783"/>
                  </a:lnTo>
                  <a:lnTo>
                    <a:pt x="636014" y="5258"/>
                  </a:lnTo>
                  <a:lnTo>
                    <a:pt x="636015" y="28181"/>
                  </a:lnTo>
                  <a:lnTo>
                    <a:pt x="651979" y="28181"/>
                  </a:lnTo>
                  <a:lnTo>
                    <a:pt x="1026583" y="402785"/>
                  </a:lnTo>
                  <a:lnTo>
                    <a:pt x="651979" y="777350"/>
                  </a:lnTo>
                  <a:lnTo>
                    <a:pt x="636036" y="777350"/>
                  </a:lnTo>
                  <a:lnTo>
                    <a:pt x="636037" y="800310"/>
                  </a:lnTo>
                  <a:lnTo>
                    <a:pt x="637682" y="802786"/>
                  </a:lnTo>
                  <a:lnTo>
                    <a:pt x="641973" y="804561"/>
                  </a:lnTo>
                  <a:lnTo>
                    <a:pt x="643003" y="804762"/>
                  </a:lnTo>
                  <a:close/>
                </a:path>
                <a:path w="1682114" h="805179">
                  <a:moveTo>
                    <a:pt x="636036" y="777350"/>
                  </a:moveTo>
                  <a:lnTo>
                    <a:pt x="651979" y="777350"/>
                  </a:lnTo>
                  <a:lnTo>
                    <a:pt x="651979" y="28181"/>
                  </a:lnTo>
                  <a:lnTo>
                    <a:pt x="636015" y="28181"/>
                  </a:lnTo>
                  <a:lnTo>
                    <a:pt x="636036" y="777350"/>
                  </a:lnTo>
                  <a:close/>
                </a:path>
                <a:path w="1682114" h="805179">
                  <a:moveTo>
                    <a:pt x="3088" y="804762"/>
                  </a:moveTo>
                  <a:lnTo>
                    <a:pt x="6373" y="804762"/>
                  </a:lnTo>
                  <a:lnTo>
                    <a:pt x="8250" y="803989"/>
                  </a:lnTo>
                  <a:lnTo>
                    <a:pt x="405378" y="406877"/>
                  </a:lnTo>
                  <a:lnTo>
                    <a:pt x="406162" y="404984"/>
                  </a:lnTo>
                  <a:lnTo>
                    <a:pt x="406162" y="400547"/>
                  </a:lnTo>
                  <a:lnTo>
                    <a:pt x="405378" y="398653"/>
                  </a:lnTo>
                  <a:lnTo>
                    <a:pt x="9656" y="3135"/>
                  </a:lnTo>
                  <a:lnTo>
                    <a:pt x="7127" y="755"/>
                  </a:lnTo>
                  <a:lnTo>
                    <a:pt x="4261" y="235"/>
                  </a:lnTo>
                  <a:lnTo>
                    <a:pt x="0" y="2018"/>
                  </a:lnTo>
                  <a:lnTo>
                    <a:pt x="0" y="803716"/>
                  </a:lnTo>
                  <a:lnTo>
                    <a:pt x="2058" y="804561"/>
                  </a:lnTo>
                  <a:lnTo>
                    <a:pt x="3088" y="804762"/>
                  </a:lnTo>
                  <a:close/>
                </a:path>
                <a:path w="1682114" h="805179">
                  <a:moveTo>
                    <a:pt x="1282851" y="804758"/>
                  </a:moveTo>
                  <a:lnTo>
                    <a:pt x="1286174" y="804758"/>
                  </a:lnTo>
                  <a:lnTo>
                    <a:pt x="1288028" y="804000"/>
                  </a:lnTo>
                  <a:lnTo>
                    <a:pt x="1682055" y="409946"/>
                  </a:lnTo>
                  <a:lnTo>
                    <a:pt x="1682055" y="395584"/>
                  </a:lnTo>
                  <a:lnTo>
                    <a:pt x="1287081" y="589"/>
                  </a:lnTo>
                  <a:lnTo>
                    <a:pt x="1284161" y="0"/>
                  </a:lnTo>
                  <a:lnTo>
                    <a:pt x="1277531" y="2733"/>
                  </a:lnTo>
                  <a:lnTo>
                    <a:pt x="1275875" y="5209"/>
                  </a:lnTo>
                  <a:lnTo>
                    <a:pt x="1275878" y="800323"/>
                  </a:lnTo>
                  <a:lnTo>
                    <a:pt x="1277537" y="802798"/>
                  </a:lnTo>
                  <a:lnTo>
                    <a:pt x="1281834" y="804557"/>
                  </a:lnTo>
                  <a:lnTo>
                    <a:pt x="1282851" y="804758"/>
                  </a:lnTo>
                  <a:close/>
                </a:path>
              </a:pathLst>
            </a:custGeom>
            <a:solidFill>
              <a:srgbClr val="002F6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20200" y="2400300"/>
            <a:ext cx="8752715" cy="443981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958027" y="6393353"/>
            <a:ext cx="219964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0" spc="-590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85%</a:t>
            </a:r>
            <a:endParaRPr sz="80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04800" y="1666966"/>
            <a:ext cx="9745345" cy="1423285"/>
          </a:xfrm>
          <a:prstGeom prst="rect">
            <a:avLst/>
          </a:prstGeom>
        </p:spPr>
        <p:txBody>
          <a:bodyPr vert="horz" wrap="square" lIns="0" tIns="418920" rIns="0" bIns="0" rtlCol="0">
            <a:spAutoFit/>
          </a:bodyPr>
          <a:lstStyle/>
          <a:p>
            <a:pPr marL="1537970">
              <a:lnSpc>
                <a:spcPct val="100000"/>
              </a:lnSpc>
              <a:spcBef>
                <a:spcPts val="100"/>
              </a:spcBef>
            </a:pPr>
            <a:r>
              <a:rPr u="sng" spc="-625" dirty="0">
                <a:solidFill>
                  <a:srgbClr val="002060"/>
                </a:solidFill>
              </a:rPr>
              <a:t>FUTURE</a:t>
            </a:r>
            <a:r>
              <a:rPr u="sng" spc="-740" dirty="0">
                <a:solidFill>
                  <a:srgbClr val="002060"/>
                </a:solidFill>
              </a:rPr>
              <a:t> </a:t>
            </a:r>
            <a:r>
              <a:rPr u="sng" spc="-360" dirty="0" smtClean="0">
                <a:solidFill>
                  <a:srgbClr val="002060"/>
                </a:solidFill>
              </a:rPr>
              <a:t>SCOPE</a:t>
            </a:r>
            <a:r>
              <a:rPr lang="en-US" spc="-360" dirty="0" smtClean="0">
                <a:solidFill>
                  <a:srgbClr val="002060"/>
                </a:solidFill>
              </a:rPr>
              <a:t> </a:t>
            </a:r>
            <a:r>
              <a:rPr spc="-360" dirty="0" smtClean="0">
                <a:solidFill>
                  <a:srgbClr val="002060"/>
                </a:solidFill>
              </a:rPr>
              <a:t>:</a:t>
            </a:r>
            <a:endParaRPr spc="-360" dirty="0">
              <a:solidFill>
                <a:srgbClr val="002060"/>
              </a:solidFill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67279" y="3733677"/>
            <a:ext cx="124207" cy="12420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67279" y="4209807"/>
            <a:ext cx="124207" cy="1242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67279" y="4685937"/>
            <a:ext cx="124207" cy="12420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67279" y="5162067"/>
            <a:ext cx="124207" cy="124207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67279" y="5638196"/>
            <a:ext cx="124207" cy="124207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67279" y="6114326"/>
            <a:ext cx="124207" cy="124207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67279" y="6590456"/>
            <a:ext cx="124207" cy="124207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2133600" y="3607016"/>
            <a:ext cx="6322695" cy="3358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000"/>
              </a:lnSpc>
              <a:spcBef>
                <a:spcPts val="95"/>
              </a:spcBef>
            </a:pPr>
            <a:r>
              <a:rPr sz="2700" spc="265" dirty="0">
                <a:latin typeface="Lucida Sans Unicode" panose="020B0602030504020204"/>
                <a:cs typeface="Lucida Sans Unicode" panose="020B0602030504020204"/>
              </a:rPr>
              <a:t>GPS</a:t>
            </a:r>
            <a:r>
              <a:rPr sz="2700" spc="-21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700" spc="80" dirty="0">
                <a:latin typeface="Lucida Sans Unicode" panose="020B0602030504020204"/>
                <a:cs typeface="Lucida Sans Unicode" panose="020B0602030504020204"/>
              </a:rPr>
              <a:t>integration</a:t>
            </a:r>
            <a:r>
              <a:rPr sz="2700" spc="-26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700" spc="90" dirty="0">
                <a:latin typeface="Lucida Sans Unicode" panose="020B0602030504020204"/>
                <a:cs typeface="Lucida Sans Unicode" panose="020B0602030504020204"/>
              </a:rPr>
              <a:t>for</a:t>
            </a:r>
            <a:r>
              <a:rPr sz="2700" spc="-21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700" spc="50" dirty="0">
                <a:latin typeface="Lucida Sans Unicode" panose="020B0602030504020204"/>
                <a:cs typeface="Lucida Sans Unicode" panose="020B0602030504020204"/>
              </a:rPr>
              <a:t>live</a:t>
            </a:r>
            <a:r>
              <a:rPr sz="2700" spc="-22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700" spc="110" dirty="0">
                <a:latin typeface="Lucida Sans Unicode" panose="020B0602030504020204"/>
                <a:cs typeface="Lucida Sans Unicode" panose="020B0602030504020204"/>
              </a:rPr>
              <a:t>bus</a:t>
            </a:r>
            <a:r>
              <a:rPr sz="2700" spc="-30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700" spc="95" dirty="0">
                <a:latin typeface="Lucida Sans Unicode" panose="020B0602030504020204"/>
                <a:cs typeface="Lucida Sans Unicode" panose="020B0602030504020204"/>
              </a:rPr>
              <a:t>tracking </a:t>
            </a:r>
            <a:r>
              <a:rPr sz="2700" spc="90" dirty="0">
                <a:latin typeface="Lucida Sans Unicode" panose="020B0602030504020204"/>
                <a:cs typeface="Lucida Sans Unicode" panose="020B0602030504020204"/>
              </a:rPr>
              <a:t>Mobile</a:t>
            </a:r>
            <a:r>
              <a:rPr sz="2700" spc="-2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700" spc="170" dirty="0">
                <a:latin typeface="Lucida Sans Unicode" panose="020B0602030504020204"/>
                <a:cs typeface="Lucida Sans Unicode" panose="020B0602030504020204"/>
              </a:rPr>
              <a:t>app</a:t>
            </a:r>
            <a:r>
              <a:rPr sz="2700" spc="-33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700" spc="90" dirty="0">
                <a:latin typeface="Lucida Sans Unicode" panose="020B0602030504020204"/>
                <a:cs typeface="Lucida Sans Unicode" panose="020B0602030504020204"/>
              </a:rPr>
              <a:t>for</a:t>
            </a:r>
            <a:r>
              <a:rPr sz="2700" spc="-21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700" spc="105" dirty="0">
                <a:latin typeface="Lucida Sans Unicode" panose="020B0602030504020204"/>
                <a:cs typeface="Lucida Sans Unicode" panose="020B0602030504020204"/>
              </a:rPr>
              <a:t>parents</a:t>
            </a:r>
            <a:endParaRPr sz="2700" dirty="0">
              <a:latin typeface="Lucida Sans Unicode" panose="020B0602030504020204"/>
              <a:cs typeface="Lucida Sans Unicode" panose="020B0602030504020204"/>
            </a:endParaRPr>
          </a:p>
          <a:p>
            <a:pPr marL="12700">
              <a:lnSpc>
                <a:spcPct val="100000"/>
              </a:lnSpc>
              <a:spcBef>
                <a:spcPts val="510"/>
              </a:spcBef>
            </a:pPr>
            <a:r>
              <a:rPr sz="2700" spc="50" dirty="0">
                <a:latin typeface="Lucida Sans Unicode" panose="020B0602030504020204"/>
                <a:cs typeface="Lucida Sans Unicode" panose="020B0602030504020204"/>
              </a:rPr>
              <a:t>Cloud-</a:t>
            </a:r>
            <a:r>
              <a:rPr sz="2700" spc="160" dirty="0">
                <a:latin typeface="Lucida Sans Unicode" panose="020B0602030504020204"/>
                <a:cs typeface="Lucida Sans Unicode" panose="020B0602030504020204"/>
              </a:rPr>
              <a:t>based</a:t>
            </a:r>
            <a:r>
              <a:rPr sz="2700" spc="-229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700" spc="160" dirty="0">
                <a:latin typeface="Lucida Sans Unicode" panose="020B0602030504020204"/>
                <a:cs typeface="Lucida Sans Unicode" panose="020B0602030504020204"/>
              </a:rPr>
              <a:t>data</a:t>
            </a:r>
            <a:r>
              <a:rPr sz="2700" spc="-229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700" spc="100" dirty="0">
                <a:latin typeface="Lucida Sans Unicode" panose="020B0602030504020204"/>
                <a:cs typeface="Lucida Sans Unicode" panose="020B0602030504020204"/>
              </a:rPr>
              <a:t>storage</a:t>
            </a:r>
            <a:endParaRPr sz="2700" dirty="0">
              <a:latin typeface="Lucida Sans Unicode" panose="020B0602030504020204"/>
              <a:cs typeface="Lucida Sans Unicode" panose="020B0602030504020204"/>
            </a:endParaRPr>
          </a:p>
          <a:p>
            <a:pPr marL="12700" marR="20955">
              <a:lnSpc>
                <a:spcPct val="116000"/>
              </a:lnSpc>
            </a:pPr>
            <a:r>
              <a:rPr sz="2700" spc="-114" dirty="0">
                <a:latin typeface="Lucida Sans Unicode" panose="020B0602030504020204"/>
                <a:cs typeface="Lucida Sans Unicode" panose="020B0602030504020204"/>
              </a:rPr>
              <a:t>AI-</a:t>
            </a:r>
            <a:r>
              <a:rPr sz="2700" spc="160" dirty="0">
                <a:latin typeface="Lucida Sans Unicode" panose="020B0602030504020204"/>
                <a:cs typeface="Lucida Sans Unicode" panose="020B0602030504020204"/>
              </a:rPr>
              <a:t>based</a:t>
            </a:r>
            <a:r>
              <a:rPr sz="2700" spc="-15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700" spc="175" dirty="0">
                <a:latin typeface="Lucida Sans Unicode" panose="020B0602030504020204"/>
                <a:cs typeface="Lucida Sans Unicode" panose="020B0602030504020204"/>
              </a:rPr>
              <a:t>attendance</a:t>
            </a:r>
            <a:r>
              <a:rPr sz="2700" spc="-21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700" spc="110" dirty="0">
                <a:latin typeface="Lucida Sans Unicode" panose="020B0602030504020204"/>
                <a:cs typeface="Lucida Sans Unicode" panose="020B0602030504020204"/>
              </a:rPr>
              <a:t>analytics </a:t>
            </a:r>
            <a:r>
              <a:rPr sz="2700" spc="-10" dirty="0">
                <a:latin typeface="Lucida Sans Unicode" panose="020B0602030504020204"/>
                <a:cs typeface="Lucida Sans Unicode" panose="020B0602030504020204"/>
              </a:rPr>
              <a:t>Multi-</a:t>
            </a:r>
            <a:r>
              <a:rPr sz="2700" spc="105" dirty="0">
                <a:latin typeface="Lucida Sans Unicode" panose="020B0602030504020204"/>
                <a:cs typeface="Lucida Sans Unicode" panose="020B0602030504020204"/>
              </a:rPr>
              <a:t>school</a:t>
            </a:r>
            <a:r>
              <a:rPr sz="2700" spc="-14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700" spc="150" dirty="0">
                <a:latin typeface="Lucida Sans Unicode" panose="020B0602030504020204"/>
                <a:cs typeface="Lucida Sans Unicode" panose="020B0602030504020204"/>
              </a:rPr>
              <a:t>and</a:t>
            </a:r>
            <a:r>
              <a:rPr sz="2700" spc="-13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700" dirty="0">
                <a:latin typeface="Lucida Sans Unicode" panose="020B0602030504020204"/>
                <a:cs typeface="Lucida Sans Unicode" panose="020B0602030504020204"/>
              </a:rPr>
              <a:t>multi-</a:t>
            </a:r>
            <a:r>
              <a:rPr sz="2700" spc="110" dirty="0">
                <a:latin typeface="Lucida Sans Unicode" panose="020B0602030504020204"/>
                <a:cs typeface="Lucida Sans Unicode" panose="020B0602030504020204"/>
              </a:rPr>
              <a:t>bus</a:t>
            </a:r>
            <a:r>
              <a:rPr sz="2700" spc="-26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700" spc="110" dirty="0">
                <a:latin typeface="Lucida Sans Unicode" panose="020B0602030504020204"/>
                <a:cs typeface="Lucida Sans Unicode" panose="020B0602030504020204"/>
              </a:rPr>
              <a:t>support </a:t>
            </a:r>
            <a:r>
              <a:rPr sz="2700" spc="105" dirty="0">
                <a:latin typeface="Lucida Sans Unicode" panose="020B0602030504020204"/>
                <a:cs typeface="Lucida Sans Unicode" panose="020B0602030504020204"/>
              </a:rPr>
              <a:t>Improved</a:t>
            </a:r>
            <a:r>
              <a:rPr sz="2700" spc="-17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700" spc="100" dirty="0">
                <a:latin typeface="Lucida Sans Unicode" panose="020B0602030504020204"/>
                <a:cs typeface="Lucida Sans Unicode" panose="020B0602030504020204"/>
              </a:rPr>
              <a:t>recognition</a:t>
            </a:r>
            <a:r>
              <a:rPr sz="2700" spc="-17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700" spc="170" dirty="0">
                <a:latin typeface="Lucida Sans Unicode" panose="020B0602030504020204"/>
                <a:cs typeface="Lucida Sans Unicode" panose="020B0602030504020204"/>
              </a:rPr>
              <a:t>accuracy </a:t>
            </a:r>
            <a:r>
              <a:rPr sz="2700" spc="80" dirty="0">
                <a:latin typeface="Lucida Sans Unicode" panose="020B0602030504020204"/>
                <a:cs typeface="Lucida Sans Unicode" panose="020B0602030504020204"/>
              </a:rPr>
              <a:t>Integration</a:t>
            </a:r>
            <a:r>
              <a:rPr sz="2700" spc="-21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700" spc="125" dirty="0">
                <a:latin typeface="Lucida Sans Unicode" panose="020B0602030504020204"/>
                <a:cs typeface="Lucida Sans Unicode" panose="020B0602030504020204"/>
              </a:rPr>
              <a:t>with</a:t>
            </a:r>
            <a:r>
              <a:rPr sz="2700" spc="-210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700" spc="105" dirty="0">
                <a:latin typeface="Lucida Sans Unicode" panose="020B0602030504020204"/>
                <a:cs typeface="Lucida Sans Unicode" panose="020B0602030504020204"/>
              </a:rPr>
              <a:t>school</a:t>
            </a:r>
            <a:r>
              <a:rPr sz="2700" spc="-1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700" spc="180" dirty="0">
                <a:latin typeface="Lucida Sans Unicode" panose="020B0602030504020204"/>
                <a:cs typeface="Lucida Sans Unicode" panose="020B0602030504020204"/>
              </a:rPr>
              <a:t>ERP</a:t>
            </a:r>
            <a:r>
              <a:rPr sz="2700" spc="-245" dirty="0"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700" spc="105" dirty="0">
                <a:latin typeface="Lucida Sans Unicode" panose="020B0602030504020204"/>
                <a:cs typeface="Lucida Sans Unicode" panose="020B0602030504020204"/>
              </a:rPr>
              <a:t>system</a:t>
            </a:r>
            <a:endParaRPr sz="2700" dirty="0">
              <a:latin typeface="Lucida Sans Unicode" panose="020B0602030504020204"/>
              <a:cs typeface="Lucida Sans Unicode" panose="020B0602030504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9258300"/>
            <a:ext cx="8052625" cy="1028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23912" y="0"/>
            <a:ext cx="8364088" cy="796078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4782756" y="1144899"/>
            <a:ext cx="1682114" cy="805180"/>
            <a:chOff x="14782756" y="1144899"/>
            <a:chExt cx="1682114" cy="805180"/>
          </a:xfrm>
        </p:grpSpPr>
        <p:sp>
          <p:nvSpPr>
            <p:cNvPr id="5" name="object 5"/>
            <p:cNvSpPr/>
            <p:nvPr/>
          </p:nvSpPr>
          <p:spPr>
            <a:xfrm>
              <a:off x="15426708" y="1153694"/>
              <a:ext cx="394335" cy="788035"/>
            </a:xfrm>
            <a:custGeom>
              <a:avLst/>
              <a:gdLst/>
              <a:ahLst/>
              <a:cxnLst/>
              <a:rect l="l" t="t" r="r" b="b"/>
              <a:pathLst>
                <a:path w="394334" h="788035">
                  <a:moveTo>
                    <a:pt x="0" y="787941"/>
                  </a:moveTo>
                  <a:lnTo>
                    <a:pt x="393991" y="393991"/>
                  </a:lnTo>
                  <a:lnTo>
                    <a:pt x="0" y="0"/>
                  </a:lnTo>
                  <a:lnTo>
                    <a:pt x="0" y="78794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4782756" y="1144899"/>
              <a:ext cx="1682114" cy="805180"/>
            </a:xfrm>
            <a:custGeom>
              <a:avLst/>
              <a:gdLst/>
              <a:ahLst/>
              <a:cxnLst/>
              <a:rect l="l" t="t" r="r" b="b"/>
              <a:pathLst>
                <a:path w="1682115" h="805180">
                  <a:moveTo>
                    <a:pt x="643003" y="804762"/>
                  </a:moveTo>
                  <a:lnTo>
                    <a:pt x="646287" y="804762"/>
                  </a:lnTo>
                  <a:lnTo>
                    <a:pt x="648165" y="803989"/>
                  </a:lnTo>
                  <a:lnTo>
                    <a:pt x="1045292" y="406877"/>
                  </a:lnTo>
                  <a:lnTo>
                    <a:pt x="1046077" y="404984"/>
                  </a:lnTo>
                  <a:lnTo>
                    <a:pt x="1046077" y="400547"/>
                  </a:lnTo>
                  <a:lnTo>
                    <a:pt x="1045292" y="398653"/>
                  </a:lnTo>
                  <a:lnTo>
                    <a:pt x="647088" y="595"/>
                  </a:lnTo>
                  <a:lnTo>
                    <a:pt x="644171" y="6"/>
                  </a:lnTo>
                  <a:lnTo>
                    <a:pt x="640861" y="1369"/>
                  </a:lnTo>
                  <a:lnTo>
                    <a:pt x="637620" y="2783"/>
                  </a:lnTo>
                  <a:lnTo>
                    <a:pt x="636014" y="5258"/>
                  </a:lnTo>
                  <a:lnTo>
                    <a:pt x="636015" y="28181"/>
                  </a:lnTo>
                  <a:lnTo>
                    <a:pt x="651979" y="28181"/>
                  </a:lnTo>
                  <a:lnTo>
                    <a:pt x="1026583" y="402785"/>
                  </a:lnTo>
                  <a:lnTo>
                    <a:pt x="651979" y="777350"/>
                  </a:lnTo>
                  <a:lnTo>
                    <a:pt x="636036" y="777350"/>
                  </a:lnTo>
                  <a:lnTo>
                    <a:pt x="636037" y="800310"/>
                  </a:lnTo>
                  <a:lnTo>
                    <a:pt x="637682" y="802786"/>
                  </a:lnTo>
                  <a:lnTo>
                    <a:pt x="641973" y="804561"/>
                  </a:lnTo>
                  <a:lnTo>
                    <a:pt x="643003" y="804762"/>
                  </a:lnTo>
                  <a:close/>
                </a:path>
                <a:path w="1682115" h="805180">
                  <a:moveTo>
                    <a:pt x="636036" y="777350"/>
                  </a:moveTo>
                  <a:lnTo>
                    <a:pt x="651979" y="777350"/>
                  </a:lnTo>
                  <a:lnTo>
                    <a:pt x="651979" y="28181"/>
                  </a:lnTo>
                  <a:lnTo>
                    <a:pt x="636015" y="28181"/>
                  </a:lnTo>
                  <a:lnTo>
                    <a:pt x="636036" y="777350"/>
                  </a:lnTo>
                  <a:close/>
                </a:path>
                <a:path w="1682115" h="805180">
                  <a:moveTo>
                    <a:pt x="3088" y="804762"/>
                  </a:moveTo>
                  <a:lnTo>
                    <a:pt x="6373" y="804762"/>
                  </a:lnTo>
                  <a:lnTo>
                    <a:pt x="8250" y="803989"/>
                  </a:lnTo>
                  <a:lnTo>
                    <a:pt x="405378" y="406877"/>
                  </a:lnTo>
                  <a:lnTo>
                    <a:pt x="406162" y="404984"/>
                  </a:lnTo>
                  <a:lnTo>
                    <a:pt x="406162" y="400547"/>
                  </a:lnTo>
                  <a:lnTo>
                    <a:pt x="405378" y="398653"/>
                  </a:lnTo>
                  <a:lnTo>
                    <a:pt x="9656" y="3135"/>
                  </a:lnTo>
                  <a:lnTo>
                    <a:pt x="7127" y="755"/>
                  </a:lnTo>
                  <a:lnTo>
                    <a:pt x="4261" y="235"/>
                  </a:lnTo>
                  <a:lnTo>
                    <a:pt x="0" y="2018"/>
                  </a:lnTo>
                  <a:lnTo>
                    <a:pt x="0" y="803716"/>
                  </a:lnTo>
                  <a:lnTo>
                    <a:pt x="2058" y="804561"/>
                  </a:lnTo>
                  <a:lnTo>
                    <a:pt x="3088" y="804762"/>
                  </a:lnTo>
                  <a:close/>
                </a:path>
                <a:path w="1682115" h="805180">
                  <a:moveTo>
                    <a:pt x="1282851" y="804758"/>
                  </a:moveTo>
                  <a:lnTo>
                    <a:pt x="1286174" y="804758"/>
                  </a:lnTo>
                  <a:lnTo>
                    <a:pt x="1288028" y="804000"/>
                  </a:lnTo>
                  <a:lnTo>
                    <a:pt x="1682055" y="409946"/>
                  </a:lnTo>
                  <a:lnTo>
                    <a:pt x="1682055" y="395584"/>
                  </a:lnTo>
                  <a:lnTo>
                    <a:pt x="1287081" y="589"/>
                  </a:lnTo>
                  <a:lnTo>
                    <a:pt x="1284161" y="0"/>
                  </a:lnTo>
                  <a:lnTo>
                    <a:pt x="1277531" y="2733"/>
                  </a:lnTo>
                  <a:lnTo>
                    <a:pt x="1275876" y="5209"/>
                  </a:lnTo>
                  <a:lnTo>
                    <a:pt x="1275878" y="800323"/>
                  </a:lnTo>
                  <a:lnTo>
                    <a:pt x="1277537" y="802798"/>
                  </a:lnTo>
                  <a:lnTo>
                    <a:pt x="1281834" y="804557"/>
                  </a:lnTo>
                  <a:lnTo>
                    <a:pt x="1282851" y="804758"/>
                  </a:lnTo>
                  <a:close/>
                </a:path>
              </a:pathLst>
            </a:custGeom>
            <a:solidFill>
              <a:srgbClr val="002F6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26682" y="3459173"/>
            <a:ext cx="8858249" cy="5038724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561812" y="1364277"/>
            <a:ext cx="10229101" cy="1629815"/>
          </a:xfrm>
          <a:prstGeom prst="rect">
            <a:avLst/>
          </a:prstGeom>
        </p:spPr>
        <p:txBody>
          <a:bodyPr vert="horz" wrap="square" lIns="0" tIns="623453" rIns="0" bIns="0" rtlCol="0">
            <a:spAutoFit/>
          </a:bodyPr>
          <a:lstStyle/>
          <a:p>
            <a:pPr marL="282575">
              <a:lnSpc>
                <a:spcPct val="100000"/>
              </a:lnSpc>
              <a:spcBef>
                <a:spcPts val="100"/>
              </a:spcBef>
            </a:pPr>
            <a:r>
              <a:rPr u="sng" spc="-340" dirty="0" smtClean="0">
                <a:solidFill>
                  <a:srgbClr val="002060"/>
                </a:solidFill>
              </a:rPr>
              <a:t>CONCLUSION</a:t>
            </a:r>
            <a:r>
              <a:rPr lang="en-US" spc="-340" dirty="0" smtClean="0">
                <a:solidFill>
                  <a:srgbClr val="002060"/>
                </a:solidFill>
              </a:rPr>
              <a:t> </a:t>
            </a:r>
            <a:r>
              <a:rPr spc="-340" dirty="0" smtClean="0">
                <a:solidFill>
                  <a:srgbClr val="002060"/>
                </a:solidFill>
              </a:rPr>
              <a:t>:</a:t>
            </a:r>
            <a:endParaRPr spc="-340" dirty="0">
              <a:solidFill>
                <a:srgbClr val="002060"/>
              </a:solidFill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7512" y="3834733"/>
            <a:ext cx="114300" cy="1142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7512" y="4711033"/>
            <a:ext cx="114300" cy="1142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7512" y="5587333"/>
            <a:ext cx="114300" cy="11429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7512" y="6463633"/>
            <a:ext cx="114300" cy="11429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7512" y="7339933"/>
            <a:ext cx="114300" cy="11429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7512" y="7778083"/>
            <a:ext cx="114300" cy="114299"/>
          </a:xfrm>
          <a:prstGeom prst="rect">
            <a:avLst/>
          </a:prstGeom>
        </p:spPr>
      </p:pic>
      <p:sp>
        <p:nvSpPr>
          <p:cNvPr id="16" name="object 1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4145" marR="136525" algn="ctr">
              <a:lnSpc>
                <a:spcPct val="115000"/>
              </a:lnSpc>
              <a:spcBef>
                <a:spcPts val="100"/>
              </a:spcBef>
            </a:pPr>
            <a:r>
              <a:rPr spc="95" dirty="0"/>
              <a:t>Developed</a:t>
            </a:r>
            <a:r>
              <a:rPr spc="-160" dirty="0"/>
              <a:t> </a:t>
            </a:r>
            <a:r>
              <a:rPr spc="114" dirty="0"/>
              <a:t>an</a:t>
            </a:r>
            <a:r>
              <a:rPr spc="-155" dirty="0"/>
              <a:t> </a:t>
            </a:r>
            <a:r>
              <a:rPr spc="125" dirty="0"/>
              <a:t>automated</a:t>
            </a:r>
            <a:r>
              <a:rPr spc="-155" dirty="0"/>
              <a:t> </a:t>
            </a:r>
            <a:r>
              <a:rPr spc="95" dirty="0"/>
              <a:t>bus</a:t>
            </a:r>
            <a:r>
              <a:rPr spc="-210" dirty="0"/>
              <a:t> </a:t>
            </a:r>
            <a:r>
              <a:rPr spc="150" dirty="0"/>
              <a:t>attendance</a:t>
            </a:r>
            <a:r>
              <a:rPr spc="-270" dirty="0"/>
              <a:t> </a:t>
            </a:r>
            <a:r>
              <a:rPr spc="95" dirty="0"/>
              <a:t>system </a:t>
            </a:r>
            <a:r>
              <a:rPr spc="55" dirty="0"/>
              <a:t>using</a:t>
            </a:r>
            <a:r>
              <a:rPr spc="-250" dirty="0"/>
              <a:t> </a:t>
            </a:r>
            <a:r>
              <a:rPr spc="175" dirty="0"/>
              <a:t>face</a:t>
            </a:r>
            <a:r>
              <a:rPr spc="-215" dirty="0"/>
              <a:t> </a:t>
            </a:r>
            <a:r>
              <a:rPr spc="50" dirty="0"/>
              <a:t>recognition.</a:t>
            </a:r>
            <a:endParaRPr spc="50" dirty="0"/>
          </a:p>
          <a:p>
            <a:pPr marL="12700" marR="5080" algn="ctr">
              <a:lnSpc>
                <a:spcPct val="115000"/>
              </a:lnSpc>
            </a:pPr>
            <a:r>
              <a:rPr spc="70" dirty="0"/>
              <a:t>Eliminates</a:t>
            </a:r>
            <a:r>
              <a:rPr spc="-210" dirty="0"/>
              <a:t> </a:t>
            </a:r>
            <a:r>
              <a:rPr spc="95" dirty="0"/>
              <a:t>manual</a:t>
            </a:r>
            <a:r>
              <a:rPr spc="-150" dirty="0"/>
              <a:t> </a:t>
            </a:r>
            <a:r>
              <a:rPr spc="150" dirty="0"/>
              <a:t>attendance</a:t>
            </a:r>
            <a:r>
              <a:rPr spc="-204" dirty="0"/>
              <a:t> </a:t>
            </a:r>
            <a:r>
              <a:rPr spc="120" dirty="0"/>
              <a:t>and</a:t>
            </a:r>
            <a:r>
              <a:rPr spc="-150" dirty="0"/>
              <a:t> </a:t>
            </a:r>
            <a:r>
              <a:rPr spc="130" dirty="0"/>
              <a:t>reduces</a:t>
            </a:r>
            <a:r>
              <a:rPr spc="-204" dirty="0"/>
              <a:t> </a:t>
            </a:r>
            <a:r>
              <a:rPr spc="100" dirty="0"/>
              <a:t>human </a:t>
            </a:r>
            <a:r>
              <a:rPr spc="-10" dirty="0"/>
              <a:t>errors.</a:t>
            </a:r>
            <a:endParaRPr spc="-10" dirty="0"/>
          </a:p>
          <a:p>
            <a:pPr marL="244475" marR="236855" algn="ctr">
              <a:lnSpc>
                <a:spcPct val="115000"/>
              </a:lnSpc>
            </a:pPr>
            <a:r>
              <a:rPr spc="85" dirty="0"/>
              <a:t>Ensures</a:t>
            </a:r>
            <a:r>
              <a:rPr spc="-215" dirty="0"/>
              <a:t> </a:t>
            </a:r>
            <a:r>
              <a:rPr spc="-20" dirty="0"/>
              <a:t>real-</a:t>
            </a:r>
            <a:r>
              <a:rPr spc="120" dirty="0"/>
              <a:t>time</a:t>
            </a:r>
            <a:r>
              <a:rPr spc="-204" dirty="0"/>
              <a:t> </a:t>
            </a:r>
            <a:r>
              <a:rPr spc="80" dirty="0"/>
              <a:t>identification</a:t>
            </a:r>
            <a:r>
              <a:rPr spc="-145" dirty="0"/>
              <a:t> </a:t>
            </a:r>
            <a:r>
              <a:rPr spc="120" dirty="0"/>
              <a:t>and</a:t>
            </a:r>
            <a:r>
              <a:rPr spc="-140" dirty="0"/>
              <a:t> </a:t>
            </a:r>
            <a:r>
              <a:rPr spc="140" dirty="0"/>
              <a:t>attendance </a:t>
            </a:r>
            <a:r>
              <a:rPr spc="-10" dirty="0"/>
              <a:t>marking.</a:t>
            </a:r>
            <a:endParaRPr spc="-10" dirty="0"/>
          </a:p>
          <a:p>
            <a:pPr marL="135890" marR="128270" algn="ctr">
              <a:lnSpc>
                <a:spcPct val="115000"/>
              </a:lnSpc>
            </a:pPr>
            <a:r>
              <a:rPr spc="145" dirty="0"/>
              <a:t>Sends</a:t>
            </a:r>
            <a:r>
              <a:rPr spc="-260" dirty="0"/>
              <a:t> </a:t>
            </a:r>
            <a:r>
              <a:rPr spc="210" dirty="0"/>
              <a:t>SMS</a:t>
            </a:r>
            <a:r>
              <a:rPr spc="-195" dirty="0"/>
              <a:t> </a:t>
            </a:r>
            <a:r>
              <a:rPr spc="95" dirty="0"/>
              <a:t>alerts</a:t>
            </a:r>
            <a:r>
              <a:rPr spc="-290" dirty="0"/>
              <a:t> </a:t>
            </a:r>
            <a:r>
              <a:rPr spc="95" dirty="0"/>
              <a:t>to</a:t>
            </a:r>
            <a:r>
              <a:rPr spc="-204" dirty="0"/>
              <a:t> </a:t>
            </a:r>
            <a:r>
              <a:rPr spc="95" dirty="0"/>
              <a:t>parents</a:t>
            </a:r>
            <a:r>
              <a:rPr spc="-305" dirty="0"/>
              <a:t> </a:t>
            </a:r>
            <a:r>
              <a:rPr spc="75" dirty="0"/>
              <a:t>for</a:t>
            </a:r>
            <a:r>
              <a:rPr spc="-195" dirty="0"/>
              <a:t> </a:t>
            </a:r>
            <a:r>
              <a:rPr spc="70" dirty="0"/>
              <a:t>improved</a:t>
            </a:r>
            <a:r>
              <a:rPr spc="-210" dirty="0"/>
              <a:t> </a:t>
            </a:r>
            <a:r>
              <a:rPr spc="100" dirty="0"/>
              <a:t>student </a:t>
            </a:r>
            <a:r>
              <a:rPr spc="50" dirty="0"/>
              <a:t>safety.</a:t>
            </a:r>
            <a:endParaRPr spc="50" dirty="0"/>
          </a:p>
          <a:p>
            <a:pPr marL="205740" marR="199390" algn="ctr">
              <a:lnSpc>
                <a:spcPct val="115000"/>
              </a:lnSpc>
            </a:pPr>
            <a:r>
              <a:rPr spc="80" dirty="0"/>
              <a:t>Provides</a:t>
            </a:r>
            <a:r>
              <a:rPr spc="-270" dirty="0"/>
              <a:t> </a:t>
            </a:r>
            <a:r>
              <a:rPr spc="130" dirty="0"/>
              <a:t>secure</a:t>
            </a:r>
            <a:r>
              <a:rPr spc="-210" dirty="0"/>
              <a:t> </a:t>
            </a:r>
            <a:r>
              <a:rPr spc="120" dirty="0"/>
              <a:t>and</a:t>
            </a:r>
            <a:r>
              <a:rPr spc="-215" dirty="0"/>
              <a:t> </a:t>
            </a:r>
            <a:r>
              <a:rPr spc="50" dirty="0"/>
              <a:t>digital</a:t>
            </a:r>
            <a:r>
              <a:rPr spc="-155" dirty="0"/>
              <a:t> </a:t>
            </a:r>
            <a:r>
              <a:rPr spc="100" dirty="0"/>
              <a:t>record</a:t>
            </a:r>
            <a:r>
              <a:rPr spc="-150" dirty="0"/>
              <a:t> </a:t>
            </a:r>
            <a:r>
              <a:rPr spc="105" dirty="0"/>
              <a:t>management. </a:t>
            </a:r>
            <a:r>
              <a:rPr spc="135" dirty="0"/>
              <a:t>Enhances</a:t>
            </a:r>
            <a:r>
              <a:rPr spc="-265" dirty="0"/>
              <a:t> </a:t>
            </a:r>
            <a:r>
              <a:rPr spc="120" dirty="0"/>
              <a:t>efficiency</a:t>
            </a:r>
            <a:r>
              <a:rPr spc="-204" dirty="0"/>
              <a:t> </a:t>
            </a:r>
            <a:r>
              <a:rPr spc="120" dirty="0"/>
              <a:t>and</a:t>
            </a:r>
            <a:r>
              <a:rPr spc="-225" dirty="0"/>
              <a:t> </a:t>
            </a:r>
            <a:r>
              <a:rPr spc="105" dirty="0"/>
              <a:t>transparency</a:t>
            </a:r>
            <a:r>
              <a:rPr spc="-210" dirty="0"/>
              <a:t> </a:t>
            </a:r>
            <a:r>
              <a:rPr dirty="0"/>
              <a:t>in</a:t>
            </a:r>
            <a:r>
              <a:rPr spc="-204" dirty="0"/>
              <a:t> </a:t>
            </a:r>
            <a:r>
              <a:rPr spc="85" dirty="0"/>
              <a:t>school </a:t>
            </a:r>
            <a:r>
              <a:rPr spc="75" dirty="0"/>
              <a:t>transportation</a:t>
            </a:r>
            <a:endParaRPr spc="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2967568"/>
            <a:ext cx="1028699" cy="435186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97776" y="0"/>
            <a:ext cx="4390222" cy="1028700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7807811" y="8918693"/>
            <a:ext cx="2672715" cy="676275"/>
          </a:xfrm>
          <a:custGeom>
            <a:avLst/>
            <a:gdLst/>
            <a:ahLst/>
            <a:cxnLst/>
            <a:rect l="l" t="t" r="r" b="b"/>
            <a:pathLst>
              <a:path w="2672715" h="676275">
                <a:moveTo>
                  <a:pt x="2635715" y="676275"/>
                </a:moveTo>
                <a:lnTo>
                  <a:pt x="2607518" y="676275"/>
                </a:lnTo>
                <a:lnTo>
                  <a:pt x="2601959" y="675151"/>
                </a:lnTo>
                <a:lnTo>
                  <a:pt x="2585898" y="664319"/>
                </a:lnTo>
                <a:lnTo>
                  <a:pt x="2575065" y="648258"/>
                </a:lnTo>
                <a:lnTo>
                  <a:pt x="2571091" y="628599"/>
                </a:lnTo>
                <a:lnTo>
                  <a:pt x="2575065" y="608941"/>
                </a:lnTo>
                <a:lnTo>
                  <a:pt x="2585898" y="592881"/>
                </a:lnTo>
                <a:lnTo>
                  <a:pt x="2601959" y="582049"/>
                </a:lnTo>
                <a:lnTo>
                  <a:pt x="2621617" y="578076"/>
                </a:lnTo>
                <a:lnTo>
                  <a:pt x="2641275" y="582049"/>
                </a:lnTo>
                <a:lnTo>
                  <a:pt x="2657336" y="592881"/>
                </a:lnTo>
                <a:lnTo>
                  <a:pt x="2668169" y="608941"/>
                </a:lnTo>
                <a:lnTo>
                  <a:pt x="2672142" y="628599"/>
                </a:lnTo>
                <a:lnTo>
                  <a:pt x="2668169" y="648258"/>
                </a:lnTo>
                <a:lnTo>
                  <a:pt x="2657336" y="664319"/>
                </a:lnTo>
                <a:lnTo>
                  <a:pt x="2641275" y="675151"/>
                </a:lnTo>
                <a:lnTo>
                  <a:pt x="2635715" y="676275"/>
                </a:lnTo>
                <a:close/>
              </a:path>
              <a:path w="2672715" h="676275">
                <a:moveTo>
                  <a:pt x="64624" y="676275"/>
                </a:moveTo>
                <a:lnTo>
                  <a:pt x="36427" y="676275"/>
                </a:lnTo>
                <a:lnTo>
                  <a:pt x="30867" y="675151"/>
                </a:lnTo>
                <a:lnTo>
                  <a:pt x="14806" y="664319"/>
                </a:lnTo>
                <a:lnTo>
                  <a:pt x="3973" y="648258"/>
                </a:lnTo>
                <a:lnTo>
                  <a:pt x="0" y="628599"/>
                </a:lnTo>
                <a:lnTo>
                  <a:pt x="3973" y="608941"/>
                </a:lnTo>
                <a:lnTo>
                  <a:pt x="14806" y="592881"/>
                </a:lnTo>
                <a:lnTo>
                  <a:pt x="30867" y="582049"/>
                </a:lnTo>
                <a:lnTo>
                  <a:pt x="50525" y="578076"/>
                </a:lnTo>
                <a:lnTo>
                  <a:pt x="70183" y="582049"/>
                </a:lnTo>
                <a:lnTo>
                  <a:pt x="86244" y="592881"/>
                </a:lnTo>
                <a:lnTo>
                  <a:pt x="97077" y="608941"/>
                </a:lnTo>
                <a:lnTo>
                  <a:pt x="101051" y="628599"/>
                </a:lnTo>
                <a:lnTo>
                  <a:pt x="97077" y="648258"/>
                </a:lnTo>
                <a:lnTo>
                  <a:pt x="86244" y="664319"/>
                </a:lnTo>
                <a:lnTo>
                  <a:pt x="70183" y="675151"/>
                </a:lnTo>
                <a:lnTo>
                  <a:pt x="64624" y="676275"/>
                </a:lnTo>
                <a:close/>
              </a:path>
              <a:path w="2672715" h="676275">
                <a:moveTo>
                  <a:pt x="2268417" y="676275"/>
                </a:moveTo>
                <a:lnTo>
                  <a:pt x="2240219" y="676275"/>
                </a:lnTo>
                <a:lnTo>
                  <a:pt x="2234660" y="675151"/>
                </a:lnTo>
                <a:lnTo>
                  <a:pt x="2218600" y="664319"/>
                </a:lnTo>
                <a:lnTo>
                  <a:pt x="2207768" y="648258"/>
                </a:lnTo>
                <a:lnTo>
                  <a:pt x="2203795" y="628599"/>
                </a:lnTo>
                <a:lnTo>
                  <a:pt x="2207768" y="608941"/>
                </a:lnTo>
                <a:lnTo>
                  <a:pt x="2218600" y="592881"/>
                </a:lnTo>
                <a:lnTo>
                  <a:pt x="2234660" y="582049"/>
                </a:lnTo>
                <a:lnTo>
                  <a:pt x="2254317" y="578076"/>
                </a:lnTo>
                <a:lnTo>
                  <a:pt x="2273977" y="582049"/>
                </a:lnTo>
                <a:lnTo>
                  <a:pt x="2290038" y="592881"/>
                </a:lnTo>
                <a:lnTo>
                  <a:pt x="2300870" y="608941"/>
                </a:lnTo>
                <a:lnTo>
                  <a:pt x="2304843" y="628599"/>
                </a:lnTo>
                <a:lnTo>
                  <a:pt x="2300870" y="648258"/>
                </a:lnTo>
                <a:lnTo>
                  <a:pt x="2290038" y="664319"/>
                </a:lnTo>
                <a:lnTo>
                  <a:pt x="2273977" y="675151"/>
                </a:lnTo>
                <a:lnTo>
                  <a:pt x="2268417" y="676275"/>
                </a:lnTo>
                <a:close/>
              </a:path>
              <a:path w="2672715" h="676275">
                <a:moveTo>
                  <a:pt x="431923" y="676275"/>
                </a:moveTo>
                <a:lnTo>
                  <a:pt x="403725" y="676275"/>
                </a:lnTo>
                <a:lnTo>
                  <a:pt x="398165" y="675151"/>
                </a:lnTo>
                <a:lnTo>
                  <a:pt x="382104" y="664319"/>
                </a:lnTo>
                <a:lnTo>
                  <a:pt x="371272" y="648258"/>
                </a:lnTo>
                <a:lnTo>
                  <a:pt x="367299" y="628599"/>
                </a:lnTo>
                <a:lnTo>
                  <a:pt x="371272" y="608941"/>
                </a:lnTo>
                <a:lnTo>
                  <a:pt x="382104" y="592881"/>
                </a:lnTo>
                <a:lnTo>
                  <a:pt x="398165" y="582049"/>
                </a:lnTo>
                <a:lnTo>
                  <a:pt x="417824" y="578076"/>
                </a:lnTo>
                <a:lnTo>
                  <a:pt x="437482" y="582049"/>
                </a:lnTo>
                <a:lnTo>
                  <a:pt x="453542" y="592881"/>
                </a:lnTo>
                <a:lnTo>
                  <a:pt x="464374" y="608941"/>
                </a:lnTo>
                <a:lnTo>
                  <a:pt x="468347" y="628599"/>
                </a:lnTo>
                <a:lnTo>
                  <a:pt x="464374" y="648258"/>
                </a:lnTo>
                <a:lnTo>
                  <a:pt x="453542" y="664319"/>
                </a:lnTo>
                <a:lnTo>
                  <a:pt x="437482" y="675151"/>
                </a:lnTo>
                <a:lnTo>
                  <a:pt x="431923" y="676275"/>
                </a:lnTo>
                <a:close/>
              </a:path>
              <a:path w="2672715" h="676275">
                <a:moveTo>
                  <a:pt x="1901118" y="676275"/>
                </a:moveTo>
                <a:lnTo>
                  <a:pt x="1872920" y="676275"/>
                </a:lnTo>
                <a:lnTo>
                  <a:pt x="1867361" y="675151"/>
                </a:lnTo>
                <a:lnTo>
                  <a:pt x="1851301" y="664319"/>
                </a:lnTo>
                <a:lnTo>
                  <a:pt x="1840469" y="648258"/>
                </a:lnTo>
                <a:lnTo>
                  <a:pt x="1836496" y="628599"/>
                </a:lnTo>
                <a:lnTo>
                  <a:pt x="1840469" y="608941"/>
                </a:lnTo>
                <a:lnTo>
                  <a:pt x="1851301" y="592881"/>
                </a:lnTo>
                <a:lnTo>
                  <a:pt x="1867361" y="582049"/>
                </a:lnTo>
                <a:lnTo>
                  <a:pt x="1887018" y="578076"/>
                </a:lnTo>
                <a:lnTo>
                  <a:pt x="1906678" y="582049"/>
                </a:lnTo>
                <a:lnTo>
                  <a:pt x="1922739" y="592881"/>
                </a:lnTo>
                <a:lnTo>
                  <a:pt x="1933571" y="608941"/>
                </a:lnTo>
                <a:lnTo>
                  <a:pt x="1937544" y="628599"/>
                </a:lnTo>
                <a:lnTo>
                  <a:pt x="1933571" y="648258"/>
                </a:lnTo>
                <a:lnTo>
                  <a:pt x="1922739" y="664319"/>
                </a:lnTo>
                <a:lnTo>
                  <a:pt x="1906678" y="675151"/>
                </a:lnTo>
                <a:lnTo>
                  <a:pt x="1901118" y="676275"/>
                </a:lnTo>
                <a:close/>
              </a:path>
              <a:path w="2672715" h="676275">
                <a:moveTo>
                  <a:pt x="799222" y="676275"/>
                </a:moveTo>
                <a:lnTo>
                  <a:pt x="771024" y="676275"/>
                </a:lnTo>
                <a:lnTo>
                  <a:pt x="765464" y="675151"/>
                </a:lnTo>
                <a:lnTo>
                  <a:pt x="749403" y="664319"/>
                </a:lnTo>
                <a:lnTo>
                  <a:pt x="738571" y="648258"/>
                </a:lnTo>
                <a:lnTo>
                  <a:pt x="734598" y="628599"/>
                </a:lnTo>
                <a:lnTo>
                  <a:pt x="738571" y="608941"/>
                </a:lnTo>
                <a:lnTo>
                  <a:pt x="749403" y="592881"/>
                </a:lnTo>
                <a:lnTo>
                  <a:pt x="765464" y="582049"/>
                </a:lnTo>
                <a:lnTo>
                  <a:pt x="785124" y="578076"/>
                </a:lnTo>
                <a:lnTo>
                  <a:pt x="804781" y="582049"/>
                </a:lnTo>
                <a:lnTo>
                  <a:pt x="820841" y="592881"/>
                </a:lnTo>
                <a:lnTo>
                  <a:pt x="831673" y="608941"/>
                </a:lnTo>
                <a:lnTo>
                  <a:pt x="835646" y="628599"/>
                </a:lnTo>
                <a:lnTo>
                  <a:pt x="831673" y="648258"/>
                </a:lnTo>
                <a:lnTo>
                  <a:pt x="820841" y="664319"/>
                </a:lnTo>
                <a:lnTo>
                  <a:pt x="804781" y="675151"/>
                </a:lnTo>
                <a:lnTo>
                  <a:pt x="799222" y="676275"/>
                </a:lnTo>
                <a:close/>
              </a:path>
              <a:path w="2672715" h="676275">
                <a:moveTo>
                  <a:pt x="1533818" y="676275"/>
                </a:moveTo>
                <a:lnTo>
                  <a:pt x="1505621" y="676275"/>
                </a:lnTo>
                <a:lnTo>
                  <a:pt x="1500061" y="675151"/>
                </a:lnTo>
                <a:lnTo>
                  <a:pt x="1484001" y="664319"/>
                </a:lnTo>
                <a:lnTo>
                  <a:pt x="1473169" y="648258"/>
                </a:lnTo>
                <a:lnTo>
                  <a:pt x="1469196" y="628599"/>
                </a:lnTo>
                <a:lnTo>
                  <a:pt x="1473169" y="608941"/>
                </a:lnTo>
                <a:lnTo>
                  <a:pt x="1484001" y="592881"/>
                </a:lnTo>
                <a:lnTo>
                  <a:pt x="1500061" y="582049"/>
                </a:lnTo>
                <a:lnTo>
                  <a:pt x="1519719" y="578076"/>
                </a:lnTo>
                <a:lnTo>
                  <a:pt x="1539378" y="582049"/>
                </a:lnTo>
                <a:lnTo>
                  <a:pt x="1555439" y="592881"/>
                </a:lnTo>
                <a:lnTo>
                  <a:pt x="1566271" y="608941"/>
                </a:lnTo>
                <a:lnTo>
                  <a:pt x="1570244" y="628599"/>
                </a:lnTo>
                <a:lnTo>
                  <a:pt x="1566271" y="648258"/>
                </a:lnTo>
                <a:lnTo>
                  <a:pt x="1555439" y="664319"/>
                </a:lnTo>
                <a:lnTo>
                  <a:pt x="1539378" y="675151"/>
                </a:lnTo>
                <a:lnTo>
                  <a:pt x="1533818" y="676275"/>
                </a:lnTo>
                <a:close/>
              </a:path>
              <a:path w="2672715" h="676275">
                <a:moveTo>
                  <a:pt x="1166521" y="676275"/>
                </a:moveTo>
                <a:lnTo>
                  <a:pt x="1138323" y="676275"/>
                </a:lnTo>
                <a:lnTo>
                  <a:pt x="1132763" y="675151"/>
                </a:lnTo>
                <a:lnTo>
                  <a:pt x="1116703" y="664319"/>
                </a:lnTo>
                <a:lnTo>
                  <a:pt x="1105870" y="648258"/>
                </a:lnTo>
                <a:lnTo>
                  <a:pt x="1101897" y="628599"/>
                </a:lnTo>
                <a:lnTo>
                  <a:pt x="1105870" y="608941"/>
                </a:lnTo>
                <a:lnTo>
                  <a:pt x="1116703" y="592881"/>
                </a:lnTo>
                <a:lnTo>
                  <a:pt x="1132763" y="582049"/>
                </a:lnTo>
                <a:lnTo>
                  <a:pt x="1152423" y="578076"/>
                </a:lnTo>
                <a:lnTo>
                  <a:pt x="1172080" y="582049"/>
                </a:lnTo>
                <a:lnTo>
                  <a:pt x="1188140" y="592881"/>
                </a:lnTo>
                <a:lnTo>
                  <a:pt x="1198972" y="608941"/>
                </a:lnTo>
                <a:lnTo>
                  <a:pt x="1202945" y="628599"/>
                </a:lnTo>
                <a:lnTo>
                  <a:pt x="1198972" y="648258"/>
                </a:lnTo>
                <a:lnTo>
                  <a:pt x="1188140" y="664319"/>
                </a:lnTo>
                <a:lnTo>
                  <a:pt x="1172080" y="675151"/>
                </a:lnTo>
                <a:lnTo>
                  <a:pt x="1166521" y="676275"/>
                </a:lnTo>
                <a:close/>
              </a:path>
              <a:path w="2672715" h="676275">
                <a:moveTo>
                  <a:pt x="50525" y="486432"/>
                </a:moveTo>
                <a:lnTo>
                  <a:pt x="30867" y="482459"/>
                </a:lnTo>
                <a:lnTo>
                  <a:pt x="14806" y="471627"/>
                </a:lnTo>
                <a:lnTo>
                  <a:pt x="3973" y="455566"/>
                </a:lnTo>
                <a:lnTo>
                  <a:pt x="0" y="435906"/>
                </a:lnTo>
                <a:lnTo>
                  <a:pt x="3973" y="416249"/>
                </a:lnTo>
                <a:lnTo>
                  <a:pt x="14806" y="400189"/>
                </a:lnTo>
                <a:lnTo>
                  <a:pt x="30867" y="389357"/>
                </a:lnTo>
                <a:lnTo>
                  <a:pt x="50525" y="385384"/>
                </a:lnTo>
                <a:lnTo>
                  <a:pt x="70183" y="389357"/>
                </a:lnTo>
                <a:lnTo>
                  <a:pt x="86244" y="400189"/>
                </a:lnTo>
                <a:lnTo>
                  <a:pt x="97077" y="416249"/>
                </a:lnTo>
                <a:lnTo>
                  <a:pt x="101051" y="435906"/>
                </a:lnTo>
                <a:lnTo>
                  <a:pt x="97077" y="455566"/>
                </a:lnTo>
                <a:lnTo>
                  <a:pt x="86244" y="471627"/>
                </a:lnTo>
                <a:lnTo>
                  <a:pt x="70183" y="482459"/>
                </a:lnTo>
                <a:lnTo>
                  <a:pt x="50525" y="486432"/>
                </a:lnTo>
                <a:close/>
              </a:path>
              <a:path w="2672715" h="676275">
                <a:moveTo>
                  <a:pt x="2621617" y="486432"/>
                </a:moveTo>
                <a:lnTo>
                  <a:pt x="2601959" y="482459"/>
                </a:lnTo>
                <a:lnTo>
                  <a:pt x="2585898" y="471627"/>
                </a:lnTo>
                <a:lnTo>
                  <a:pt x="2575065" y="455566"/>
                </a:lnTo>
                <a:lnTo>
                  <a:pt x="2571091" y="435906"/>
                </a:lnTo>
                <a:lnTo>
                  <a:pt x="2575065" y="416249"/>
                </a:lnTo>
                <a:lnTo>
                  <a:pt x="2585898" y="400189"/>
                </a:lnTo>
                <a:lnTo>
                  <a:pt x="2601959" y="389357"/>
                </a:lnTo>
                <a:lnTo>
                  <a:pt x="2621617" y="385384"/>
                </a:lnTo>
                <a:lnTo>
                  <a:pt x="2641275" y="389357"/>
                </a:lnTo>
                <a:lnTo>
                  <a:pt x="2657336" y="400189"/>
                </a:lnTo>
                <a:lnTo>
                  <a:pt x="2668169" y="416249"/>
                </a:lnTo>
                <a:lnTo>
                  <a:pt x="2672142" y="435906"/>
                </a:lnTo>
                <a:lnTo>
                  <a:pt x="2668169" y="455566"/>
                </a:lnTo>
                <a:lnTo>
                  <a:pt x="2657336" y="471627"/>
                </a:lnTo>
                <a:lnTo>
                  <a:pt x="2641275" y="482459"/>
                </a:lnTo>
                <a:lnTo>
                  <a:pt x="2621617" y="486432"/>
                </a:lnTo>
                <a:close/>
              </a:path>
              <a:path w="2672715" h="676275">
                <a:moveTo>
                  <a:pt x="417824" y="486432"/>
                </a:moveTo>
                <a:lnTo>
                  <a:pt x="398165" y="482459"/>
                </a:lnTo>
                <a:lnTo>
                  <a:pt x="382104" y="471627"/>
                </a:lnTo>
                <a:lnTo>
                  <a:pt x="371272" y="455566"/>
                </a:lnTo>
                <a:lnTo>
                  <a:pt x="367299" y="435906"/>
                </a:lnTo>
                <a:lnTo>
                  <a:pt x="371272" y="416249"/>
                </a:lnTo>
                <a:lnTo>
                  <a:pt x="382104" y="400189"/>
                </a:lnTo>
                <a:lnTo>
                  <a:pt x="398165" y="389357"/>
                </a:lnTo>
                <a:lnTo>
                  <a:pt x="417824" y="385384"/>
                </a:lnTo>
                <a:lnTo>
                  <a:pt x="437482" y="389357"/>
                </a:lnTo>
                <a:lnTo>
                  <a:pt x="453542" y="400189"/>
                </a:lnTo>
                <a:lnTo>
                  <a:pt x="464374" y="416249"/>
                </a:lnTo>
                <a:lnTo>
                  <a:pt x="468347" y="435906"/>
                </a:lnTo>
                <a:lnTo>
                  <a:pt x="464374" y="455566"/>
                </a:lnTo>
                <a:lnTo>
                  <a:pt x="453542" y="471627"/>
                </a:lnTo>
                <a:lnTo>
                  <a:pt x="437482" y="482459"/>
                </a:lnTo>
                <a:lnTo>
                  <a:pt x="417824" y="486432"/>
                </a:lnTo>
                <a:close/>
              </a:path>
              <a:path w="2672715" h="676275">
                <a:moveTo>
                  <a:pt x="2254317" y="486432"/>
                </a:moveTo>
                <a:lnTo>
                  <a:pt x="2234660" y="482459"/>
                </a:lnTo>
                <a:lnTo>
                  <a:pt x="2218600" y="471627"/>
                </a:lnTo>
                <a:lnTo>
                  <a:pt x="2207768" y="455566"/>
                </a:lnTo>
                <a:lnTo>
                  <a:pt x="2203795" y="435906"/>
                </a:lnTo>
                <a:lnTo>
                  <a:pt x="2207768" y="416249"/>
                </a:lnTo>
                <a:lnTo>
                  <a:pt x="2218600" y="400189"/>
                </a:lnTo>
                <a:lnTo>
                  <a:pt x="2234660" y="389357"/>
                </a:lnTo>
                <a:lnTo>
                  <a:pt x="2254317" y="385384"/>
                </a:lnTo>
                <a:lnTo>
                  <a:pt x="2273977" y="389357"/>
                </a:lnTo>
                <a:lnTo>
                  <a:pt x="2290038" y="400189"/>
                </a:lnTo>
                <a:lnTo>
                  <a:pt x="2300870" y="416249"/>
                </a:lnTo>
                <a:lnTo>
                  <a:pt x="2304843" y="435906"/>
                </a:lnTo>
                <a:lnTo>
                  <a:pt x="2300870" y="455566"/>
                </a:lnTo>
                <a:lnTo>
                  <a:pt x="2290038" y="471627"/>
                </a:lnTo>
                <a:lnTo>
                  <a:pt x="2273977" y="482459"/>
                </a:lnTo>
                <a:lnTo>
                  <a:pt x="2254317" y="486432"/>
                </a:lnTo>
                <a:close/>
              </a:path>
              <a:path w="2672715" h="676275">
                <a:moveTo>
                  <a:pt x="785124" y="486432"/>
                </a:moveTo>
                <a:lnTo>
                  <a:pt x="765464" y="482459"/>
                </a:lnTo>
                <a:lnTo>
                  <a:pt x="749403" y="471627"/>
                </a:lnTo>
                <a:lnTo>
                  <a:pt x="738571" y="455566"/>
                </a:lnTo>
                <a:lnTo>
                  <a:pt x="734598" y="435906"/>
                </a:lnTo>
                <a:lnTo>
                  <a:pt x="738571" y="416249"/>
                </a:lnTo>
                <a:lnTo>
                  <a:pt x="749403" y="400189"/>
                </a:lnTo>
                <a:lnTo>
                  <a:pt x="765464" y="389357"/>
                </a:lnTo>
                <a:lnTo>
                  <a:pt x="785124" y="385384"/>
                </a:lnTo>
                <a:lnTo>
                  <a:pt x="804781" y="389357"/>
                </a:lnTo>
                <a:lnTo>
                  <a:pt x="820841" y="400189"/>
                </a:lnTo>
                <a:lnTo>
                  <a:pt x="831673" y="416249"/>
                </a:lnTo>
                <a:lnTo>
                  <a:pt x="835646" y="435906"/>
                </a:lnTo>
                <a:lnTo>
                  <a:pt x="831673" y="455566"/>
                </a:lnTo>
                <a:lnTo>
                  <a:pt x="820841" y="471627"/>
                </a:lnTo>
                <a:lnTo>
                  <a:pt x="804781" y="482459"/>
                </a:lnTo>
                <a:lnTo>
                  <a:pt x="785124" y="486432"/>
                </a:lnTo>
                <a:close/>
              </a:path>
              <a:path w="2672715" h="676275">
                <a:moveTo>
                  <a:pt x="1887018" y="486432"/>
                </a:moveTo>
                <a:lnTo>
                  <a:pt x="1867361" y="482459"/>
                </a:lnTo>
                <a:lnTo>
                  <a:pt x="1851301" y="471627"/>
                </a:lnTo>
                <a:lnTo>
                  <a:pt x="1840469" y="455566"/>
                </a:lnTo>
                <a:lnTo>
                  <a:pt x="1836496" y="435906"/>
                </a:lnTo>
                <a:lnTo>
                  <a:pt x="1840469" y="416249"/>
                </a:lnTo>
                <a:lnTo>
                  <a:pt x="1851301" y="400189"/>
                </a:lnTo>
                <a:lnTo>
                  <a:pt x="1867361" y="389357"/>
                </a:lnTo>
                <a:lnTo>
                  <a:pt x="1887018" y="385384"/>
                </a:lnTo>
                <a:lnTo>
                  <a:pt x="1906678" y="389357"/>
                </a:lnTo>
                <a:lnTo>
                  <a:pt x="1922739" y="400189"/>
                </a:lnTo>
                <a:lnTo>
                  <a:pt x="1933571" y="416249"/>
                </a:lnTo>
                <a:lnTo>
                  <a:pt x="1937544" y="435906"/>
                </a:lnTo>
                <a:lnTo>
                  <a:pt x="1933571" y="455566"/>
                </a:lnTo>
                <a:lnTo>
                  <a:pt x="1922739" y="471627"/>
                </a:lnTo>
                <a:lnTo>
                  <a:pt x="1906678" y="482459"/>
                </a:lnTo>
                <a:lnTo>
                  <a:pt x="1887018" y="486432"/>
                </a:lnTo>
                <a:close/>
              </a:path>
              <a:path w="2672715" h="676275">
                <a:moveTo>
                  <a:pt x="1152423" y="486432"/>
                </a:moveTo>
                <a:lnTo>
                  <a:pt x="1132763" y="482459"/>
                </a:lnTo>
                <a:lnTo>
                  <a:pt x="1116703" y="471627"/>
                </a:lnTo>
                <a:lnTo>
                  <a:pt x="1105870" y="455566"/>
                </a:lnTo>
                <a:lnTo>
                  <a:pt x="1101897" y="435906"/>
                </a:lnTo>
                <a:lnTo>
                  <a:pt x="1105870" y="416249"/>
                </a:lnTo>
                <a:lnTo>
                  <a:pt x="1116703" y="400189"/>
                </a:lnTo>
                <a:lnTo>
                  <a:pt x="1132763" y="389357"/>
                </a:lnTo>
                <a:lnTo>
                  <a:pt x="1152423" y="385384"/>
                </a:lnTo>
                <a:lnTo>
                  <a:pt x="1172080" y="389357"/>
                </a:lnTo>
                <a:lnTo>
                  <a:pt x="1188140" y="400189"/>
                </a:lnTo>
                <a:lnTo>
                  <a:pt x="1198972" y="416249"/>
                </a:lnTo>
                <a:lnTo>
                  <a:pt x="1202945" y="435906"/>
                </a:lnTo>
                <a:lnTo>
                  <a:pt x="1198972" y="455566"/>
                </a:lnTo>
                <a:lnTo>
                  <a:pt x="1188140" y="471627"/>
                </a:lnTo>
                <a:lnTo>
                  <a:pt x="1172080" y="482459"/>
                </a:lnTo>
                <a:lnTo>
                  <a:pt x="1152423" y="486432"/>
                </a:lnTo>
                <a:close/>
              </a:path>
              <a:path w="2672715" h="676275">
                <a:moveTo>
                  <a:pt x="1519719" y="486432"/>
                </a:moveTo>
                <a:lnTo>
                  <a:pt x="1500061" y="482459"/>
                </a:lnTo>
                <a:lnTo>
                  <a:pt x="1484001" y="471627"/>
                </a:lnTo>
                <a:lnTo>
                  <a:pt x="1473169" y="455566"/>
                </a:lnTo>
                <a:lnTo>
                  <a:pt x="1469196" y="435906"/>
                </a:lnTo>
                <a:lnTo>
                  <a:pt x="1473169" y="416249"/>
                </a:lnTo>
                <a:lnTo>
                  <a:pt x="1484001" y="400189"/>
                </a:lnTo>
                <a:lnTo>
                  <a:pt x="1500061" y="389357"/>
                </a:lnTo>
                <a:lnTo>
                  <a:pt x="1519719" y="385384"/>
                </a:lnTo>
                <a:lnTo>
                  <a:pt x="1539378" y="389357"/>
                </a:lnTo>
                <a:lnTo>
                  <a:pt x="1555439" y="400189"/>
                </a:lnTo>
                <a:lnTo>
                  <a:pt x="1566271" y="416249"/>
                </a:lnTo>
                <a:lnTo>
                  <a:pt x="1570244" y="435906"/>
                </a:lnTo>
                <a:lnTo>
                  <a:pt x="1566271" y="455566"/>
                </a:lnTo>
                <a:lnTo>
                  <a:pt x="1555439" y="471627"/>
                </a:lnTo>
                <a:lnTo>
                  <a:pt x="1539378" y="482459"/>
                </a:lnTo>
                <a:lnTo>
                  <a:pt x="1519719" y="486432"/>
                </a:lnTo>
                <a:close/>
              </a:path>
              <a:path w="2672715" h="676275">
                <a:moveTo>
                  <a:pt x="50525" y="293740"/>
                </a:moveTo>
                <a:lnTo>
                  <a:pt x="30867" y="289767"/>
                </a:lnTo>
                <a:lnTo>
                  <a:pt x="14806" y="278934"/>
                </a:lnTo>
                <a:lnTo>
                  <a:pt x="3973" y="262874"/>
                </a:lnTo>
                <a:lnTo>
                  <a:pt x="0" y="243214"/>
                </a:lnTo>
                <a:lnTo>
                  <a:pt x="3973" y="223557"/>
                </a:lnTo>
                <a:lnTo>
                  <a:pt x="14806" y="207497"/>
                </a:lnTo>
                <a:lnTo>
                  <a:pt x="30867" y="196665"/>
                </a:lnTo>
                <a:lnTo>
                  <a:pt x="50525" y="192692"/>
                </a:lnTo>
                <a:lnTo>
                  <a:pt x="70183" y="196665"/>
                </a:lnTo>
                <a:lnTo>
                  <a:pt x="86244" y="207497"/>
                </a:lnTo>
                <a:lnTo>
                  <a:pt x="97077" y="223557"/>
                </a:lnTo>
                <a:lnTo>
                  <a:pt x="101051" y="243214"/>
                </a:lnTo>
                <a:lnTo>
                  <a:pt x="97077" y="262874"/>
                </a:lnTo>
                <a:lnTo>
                  <a:pt x="86244" y="278934"/>
                </a:lnTo>
                <a:lnTo>
                  <a:pt x="70183" y="289767"/>
                </a:lnTo>
                <a:lnTo>
                  <a:pt x="50525" y="293740"/>
                </a:lnTo>
                <a:close/>
              </a:path>
              <a:path w="2672715" h="676275">
                <a:moveTo>
                  <a:pt x="1519719" y="293740"/>
                </a:moveTo>
                <a:lnTo>
                  <a:pt x="1500061" y="289767"/>
                </a:lnTo>
                <a:lnTo>
                  <a:pt x="1484001" y="278934"/>
                </a:lnTo>
                <a:lnTo>
                  <a:pt x="1473169" y="262874"/>
                </a:lnTo>
                <a:lnTo>
                  <a:pt x="1469196" y="243214"/>
                </a:lnTo>
                <a:lnTo>
                  <a:pt x="1473169" y="223557"/>
                </a:lnTo>
                <a:lnTo>
                  <a:pt x="1484001" y="207497"/>
                </a:lnTo>
                <a:lnTo>
                  <a:pt x="1500061" y="196665"/>
                </a:lnTo>
                <a:lnTo>
                  <a:pt x="1519719" y="192692"/>
                </a:lnTo>
                <a:lnTo>
                  <a:pt x="1539378" y="196665"/>
                </a:lnTo>
                <a:lnTo>
                  <a:pt x="1555439" y="207497"/>
                </a:lnTo>
                <a:lnTo>
                  <a:pt x="1566271" y="223557"/>
                </a:lnTo>
                <a:lnTo>
                  <a:pt x="1570244" y="243214"/>
                </a:lnTo>
                <a:lnTo>
                  <a:pt x="1566271" y="262874"/>
                </a:lnTo>
                <a:lnTo>
                  <a:pt x="1555439" y="278934"/>
                </a:lnTo>
                <a:lnTo>
                  <a:pt x="1539378" y="289767"/>
                </a:lnTo>
                <a:lnTo>
                  <a:pt x="1519719" y="293740"/>
                </a:lnTo>
                <a:close/>
              </a:path>
              <a:path w="2672715" h="676275">
                <a:moveTo>
                  <a:pt x="1152423" y="293740"/>
                </a:moveTo>
                <a:lnTo>
                  <a:pt x="1132763" y="289767"/>
                </a:lnTo>
                <a:lnTo>
                  <a:pt x="1116703" y="278934"/>
                </a:lnTo>
                <a:lnTo>
                  <a:pt x="1105870" y="262874"/>
                </a:lnTo>
                <a:lnTo>
                  <a:pt x="1101897" y="243214"/>
                </a:lnTo>
                <a:lnTo>
                  <a:pt x="1105870" y="223557"/>
                </a:lnTo>
                <a:lnTo>
                  <a:pt x="1116703" y="207497"/>
                </a:lnTo>
                <a:lnTo>
                  <a:pt x="1132763" y="196665"/>
                </a:lnTo>
                <a:lnTo>
                  <a:pt x="1152423" y="192692"/>
                </a:lnTo>
                <a:lnTo>
                  <a:pt x="1172080" y="196665"/>
                </a:lnTo>
                <a:lnTo>
                  <a:pt x="1188140" y="207497"/>
                </a:lnTo>
                <a:lnTo>
                  <a:pt x="1198972" y="223557"/>
                </a:lnTo>
                <a:lnTo>
                  <a:pt x="1202945" y="243214"/>
                </a:lnTo>
                <a:lnTo>
                  <a:pt x="1198972" y="262874"/>
                </a:lnTo>
                <a:lnTo>
                  <a:pt x="1188140" y="278934"/>
                </a:lnTo>
                <a:lnTo>
                  <a:pt x="1172080" y="289767"/>
                </a:lnTo>
                <a:lnTo>
                  <a:pt x="1152423" y="293740"/>
                </a:lnTo>
                <a:close/>
              </a:path>
              <a:path w="2672715" h="676275">
                <a:moveTo>
                  <a:pt x="1887018" y="293740"/>
                </a:moveTo>
                <a:lnTo>
                  <a:pt x="1867361" y="289767"/>
                </a:lnTo>
                <a:lnTo>
                  <a:pt x="1851301" y="278934"/>
                </a:lnTo>
                <a:lnTo>
                  <a:pt x="1840469" y="262874"/>
                </a:lnTo>
                <a:lnTo>
                  <a:pt x="1836496" y="243214"/>
                </a:lnTo>
                <a:lnTo>
                  <a:pt x="1840469" y="223557"/>
                </a:lnTo>
                <a:lnTo>
                  <a:pt x="1851301" y="207497"/>
                </a:lnTo>
                <a:lnTo>
                  <a:pt x="1867361" y="196665"/>
                </a:lnTo>
                <a:lnTo>
                  <a:pt x="1887018" y="192692"/>
                </a:lnTo>
                <a:lnTo>
                  <a:pt x="1906678" y="196665"/>
                </a:lnTo>
                <a:lnTo>
                  <a:pt x="1922739" y="207497"/>
                </a:lnTo>
                <a:lnTo>
                  <a:pt x="1933571" y="223557"/>
                </a:lnTo>
                <a:lnTo>
                  <a:pt x="1937544" y="243214"/>
                </a:lnTo>
                <a:lnTo>
                  <a:pt x="1933571" y="262874"/>
                </a:lnTo>
                <a:lnTo>
                  <a:pt x="1922739" y="278934"/>
                </a:lnTo>
                <a:lnTo>
                  <a:pt x="1906678" y="289767"/>
                </a:lnTo>
                <a:lnTo>
                  <a:pt x="1887018" y="293740"/>
                </a:lnTo>
                <a:close/>
              </a:path>
              <a:path w="2672715" h="676275">
                <a:moveTo>
                  <a:pt x="785124" y="293740"/>
                </a:moveTo>
                <a:lnTo>
                  <a:pt x="765464" y="289767"/>
                </a:lnTo>
                <a:lnTo>
                  <a:pt x="749403" y="278934"/>
                </a:lnTo>
                <a:lnTo>
                  <a:pt x="738571" y="262874"/>
                </a:lnTo>
                <a:lnTo>
                  <a:pt x="734598" y="243214"/>
                </a:lnTo>
                <a:lnTo>
                  <a:pt x="738571" y="223557"/>
                </a:lnTo>
                <a:lnTo>
                  <a:pt x="749403" y="207497"/>
                </a:lnTo>
                <a:lnTo>
                  <a:pt x="765464" y="196665"/>
                </a:lnTo>
                <a:lnTo>
                  <a:pt x="785124" y="192692"/>
                </a:lnTo>
                <a:lnTo>
                  <a:pt x="804781" y="196665"/>
                </a:lnTo>
                <a:lnTo>
                  <a:pt x="820841" y="207497"/>
                </a:lnTo>
                <a:lnTo>
                  <a:pt x="831673" y="223557"/>
                </a:lnTo>
                <a:lnTo>
                  <a:pt x="835646" y="243214"/>
                </a:lnTo>
                <a:lnTo>
                  <a:pt x="831673" y="262874"/>
                </a:lnTo>
                <a:lnTo>
                  <a:pt x="820841" y="278934"/>
                </a:lnTo>
                <a:lnTo>
                  <a:pt x="804781" y="289767"/>
                </a:lnTo>
                <a:lnTo>
                  <a:pt x="785124" y="293740"/>
                </a:lnTo>
                <a:close/>
              </a:path>
              <a:path w="2672715" h="676275">
                <a:moveTo>
                  <a:pt x="2254317" y="293740"/>
                </a:moveTo>
                <a:lnTo>
                  <a:pt x="2234660" y="289767"/>
                </a:lnTo>
                <a:lnTo>
                  <a:pt x="2218600" y="278934"/>
                </a:lnTo>
                <a:lnTo>
                  <a:pt x="2207768" y="262874"/>
                </a:lnTo>
                <a:lnTo>
                  <a:pt x="2203795" y="243214"/>
                </a:lnTo>
                <a:lnTo>
                  <a:pt x="2207768" y="223557"/>
                </a:lnTo>
                <a:lnTo>
                  <a:pt x="2218600" y="207497"/>
                </a:lnTo>
                <a:lnTo>
                  <a:pt x="2234660" y="196665"/>
                </a:lnTo>
                <a:lnTo>
                  <a:pt x="2254317" y="192692"/>
                </a:lnTo>
                <a:lnTo>
                  <a:pt x="2273977" y="196665"/>
                </a:lnTo>
                <a:lnTo>
                  <a:pt x="2290038" y="207497"/>
                </a:lnTo>
                <a:lnTo>
                  <a:pt x="2300870" y="223557"/>
                </a:lnTo>
                <a:lnTo>
                  <a:pt x="2304843" y="243214"/>
                </a:lnTo>
                <a:lnTo>
                  <a:pt x="2300870" y="262874"/>
                </a:lnTo>
                <a:lnTo>
                  <a:pt x="2290038" y="278934"/>
                </a:lnTo>
                <a:lnTo>
                  <a:pt x="2273977" y="289767"/>
                </a:lnTo>
                <a:lnTo>
                  <a:pt x="2254317" y="293740"/>
                </a:lnTo>
                <a:close/>
              </a:path>
              <a:path w="2672715" h="676275">
                <a:moveTo>
                  <a:pt x="417824" y="293740"/>
                </a:moveTo>
                <a:lnTo>
                  <a:pt x="398165" y="289767"/>
                </a:lnTo>
                <a:lnTo>
                  <a:pt x="382104" y="278934"/>
                </a:lnTo>
                <a:lnTo>
                  <a:pt x="371272" y="262874"/>
                </a:lnTo>
                <a:lnTo>
                  <a:pt x="367299" y="243214"/>
                </a:lnTo>
                <a:lnTo>
                  <a:pt x="371272" y="223557"/>
                </a:lnTo>
                <a:lnTo>
                  <a:pt x="382104" y="207497"/>
                </a:lnTo>
                <a:lnTo>
                  <a:pt x="398165" y="196665"/>
                </a:lnTo>
                <a:lnTo>
                  <a:pt x="417824" y="192692"/>
                </a:lnTo>
                <a:lnTo>
                  <a:pt x="437482" y="196665"/>
                </a:lnTo>
                <a:lnTo>
                  <a:pt x="453542" y="207497"/>
                </a:lnTo>
                <a:lnTo>
                  <a:pt x="464374" y="223557"/>
                </a:lnTo>
                <a:lnTo>
                  <a:pt x="468347" y="243214"/>
                </a:lnTo>
                <a:lnTo>
                  <a:pt x="464374" y="262874"/>
                </a:lnTo>
                <a:lnTo>
                  <a:pt x="453542" y="278934"/>
                </a:lnTo>
                <a:lnTo>
                  <a:pt x="437482" y="289767"/>
                </a:lnTo>
                <a:lnTo>
                  <a:pt x="417824" y="293740"/>
                </a:lnTo>
                <a:close/>
              </a:path>
              <a:path w="2672715" h="676275">
                <a:moveTo>
                  <a:pt x="2621617" y="293740"/>
                </a:moveTo>
                <a:lnTo>
                  <a:pt x="2601959" y="289767"/>
                </a:lnTo>
                <a:lnTo>
                  <a:pt x="2585898" y="278934"/>
                </a:lnTo>
                <a:lnTo>
                  <a:pt x="2575065" y="262874"/>
                </a:lnTo>
                <a:lnTo>
                  <a:pt x="2571091" y="243214"/>
                </a:lnTo>
                <a:lnTo>
                  <a:pt x="2575065" y="223557"/>
                </a:lnTo>
                <a:lnTo>
                  <a:pt x="2585898" y="207497"/>
                </a:lnTo>
                <a:lnTo>
                  <a:pt x="2601959" y="196665"/>
                </a:lnTo>
                <a:lnTo>
                  <a:pt x="2621617" y="192692"/>
                </a:lnTo>
                <a:lnTo>
                  <a:pt x="2641275" y="196665"/>
                </a:lnTo>
                <a:lnTo>
                  <a:pt x="2657336" y="207497"/>
                </a:lnTo>
                <a:lnTo>
                  <a:pt x="2668169" y="223557"/>
                </a:lnTo>
                <a:lnTo>
                  <a:pt x="2672142" y="243214"/>
                </a:lnTo>
                <a:lnTo>
                  <a:pt x="2668169" y="262874"/>
                </a:lnTo>
                <a:lnTo>
                  <a:pt x="2657336" y="278934"/>
                </a:lnTo>
                <a:lnTo>
                  <a:pt x="2641275" y="289767"/>
                </a:lnTo>
                <a:lnTo>
                  <a:pt x="2621617" y="293740"/>
                </a:lnTo>
                <a:close/>
              </a:path>
              <a:path w="2672715" h="676275">
                <a:moveTo>
                  <a:pt x="1887018" y="101048"/>
                </a:moveTo>
                <a:lnTo>
                  <a:pt x="1867361" y="97075"/>
                </a:lnTo>
                <a:lnTo>
                  <a:pt x="1851301" y="86242"/>
                </a:lnTo>
                <a:lnTo>
                  <a:pt x="1840469" y="70181"/>
                </a:lnTo>
                <a:lnTo>
                  <a:pt x="1836496" y="50522"/>
                </a:lnTo>
                <a:lnTo>
                  <a:pt x="1840469" y="30864"/>
                </a:lnTo>
                <a:lnTo>
                  <a:pt x="1851301" y="14804"/>
                </a:lnTo>
                <a:lnTo>
                  <a:pt x="1867361" y="3972"/>
                </a:lnTo>
                <a:lnTo>
                  <a:pt x="1887018" y="0"/>
                </a:lnTo>
                <a:lnTo>
                  <a:pt x="1906678" y="3972"/>
                </a:lnTo>
                <a:lnTo>
                  <a:pt x="1922739" y="14804"/>
                </a:lnTo>
                <a:lnTo>
                  <a:pt x="1933571" y="30864"/>
                </a:lnTo>
                <a:lnTo>
                  <a:pt x="1937544" y="50522"/>
                </a:lnTo>
                <a:lnTo>
                  <a:pt x="1933571" y="70181"/>
                </a:lnTo>
                <a:lnTo>
                  <a:pt x="1922739" y="86242"/>
                </a:lnTo>
                <a:lnTo>
                  <a:pt x="1906678" y="97075"/>
                </a:lnTo>
                <a:lnTo>
                  <a:pt x="1887018" y="101048"/>
                </a:lnTo>
                <a:close/>
              </a:path>
              <a:path w="2672715" h="676275">
                <a:moveTo>
                  <a:pt x="1152423" y="101048"/>
                </a:moveTo>
                <a:lnTo>
                  <a:pt x="1132763" y="97075"/>
                </a:lnTo>
                <a:lnTo>
                  <a:pt x="1116703" y="86242"/>
                </a:lnTo>
                <a:lnTo>
                  <a:pt x="1105870" y="70181"/>
                </a:lnTo>
                <a:lnTo>
                  <a:pt x="1101897" y="50522"/>
                </a:lnTo>
                <a:lnTo>
                  <a:pt x="1105870" y="30864"/>
                </a:lnTo>
                <a:lnTo>
                  <a:pt x="1116703" y="14804"/>
                </a:lnTo>
                <a:lnTo>
                  <a:pt x="1132763" y="3972"/>
                </a:lnTo>
                <a:lnTo>
                  <a:pt x="1152423" y="0"/>
                </a:lnTo>
                <a:lnTo>
                  <a:pt x="1172080" y="3972"/>
                </a:lnTo>
                <a:lnTo>
                  <a:pt x="1188140" y="14804"/>
                </a:lnTo>
                <a:lnTo>
                  <a:pt x="1198972" y="30864"/>
                </a:lnTo>
                <a:lnTo>
                  <a:pt x="1202945" y="50522"/>
                </a:lnTo>
                <a:lnTo>
                  <a:pt x="1198972" y="70181"/>
                </a:lnTo>
                <a:lnTo>
                  <a:pt x="1188140" y="86242"/>
                </a:lnTo>
                <a:lnTo>
                  <a:pt x="1172080" y="97075"/>
                </a:lnTo>
                <a:lnTo>
                  <a:pt x="1152423" y="101048"/>
                </a:lnTo>
                <a:close/>
              </a:path>
              <a:path w="2672715" h="676275">
                <a:moveTo>
                  <a:pt x="2254317" y="101048"/>
                </a:moveTo>
                <a:lnTo>
                  <a:pt x="2234660" y="97075"/>
                </a:lnTo>
                <a:lnTo>
                  <a:pt x="2218600" y="86242"/>
                </a:lnTo>
                <a:lnTo>
                  <a:pt x="2207768" y="70181"/>
                </a:lnTo>
                <a:lnTo>
                  <a:pt x="2203795" y="50522"/>
                </a:lnTo>
                <a:lnTo>
                  <a:pt x="2207768" y="30864"/>
                </a:lnTo>
                <a:lnTo>
                  <a:pt x="2218600" y="14804"/>
                </a:lnTo>
                <a:lnTo>
                  <a:pt x="2234660" y="3972"/>
                </a:lnTo>
                <a:lnTo>
                  <a:pt x="2254317" y="0"/>
                </a:lnTo>
                <a:lnTo>
                  <a:pt x="2273977" y="3972"/>
                </a:lnTo>
                <a:lnTo>
                  <a:pt x="2290038" y="14804"/>
                </a:lnTo>
                <a:lnTo>
                  <a:pt x="2300870" y="30864"/>
                </a:lnTo>
                <a:lnTo>
                  <a:pt x="2304843" y="50522"/>
                </a:lnTo>
                <a:lnTo>
                  <a:pt x="2300870" y="70181"/>
                </a:lnTo>
                <a:lnTo>
                  <a:pt x="2290038" y="86242"/>
                </a:lnTo>
                <a:lnTo>
                  <a:pt x="2273977" y="97075"/>
                </a:lnTo>
                <a:lnTo>
                  <a:pt x="2254317" y="101048"/>
                </a:lnTo>
                <a:close/>
              </a:path>
              <a:path w="2672715" h="676275">
                <a:moveTo>
                  <a:pt x="785124" y="101048"/>
                </a:moveTo>
                <a:lnTo>
                  <a:pt x="765464" y="97075"/>
                </a:lnTo>
                <a:lnTo>
                  <a:pt x="749403" y="86242"/>
                </a:lnTo>
                <a:lnTo>
                  <a:pt x="738571" y="70181"/>
                </a:lnTo>
                <a:lnTo>
                  <a:pt x="734598" y="50522"/>
                </a:lnTo>
                <a:lnTo>
                  <a:pt x="738571" y="30864"/>
                </a:lnTo>
                <a:lnTo>
                  <a:pt x="749403" y="14804"/>
                </a:lnTo>
                <a:lnTo>
                  <a:pt x="765464" y="3972"/>
                </a:lnTo>
                <a:lnTo>
                  <a:pt x="785124" y="0"/>
                </a:lnTo>
                <a:lnTo>
                  <a:pt x="804781" y="3972"/>
                </a:lnTo>
                <a:lnTo>
                  <a:pt x="820841" y="14804"/>
                </a:lnTo>
                <a:lnTo>
                  <a:pt x="831673" y="30864"/>
                </a:lnTo>
                <a:lnTo>
                  <a:pt x="835646" y="50522"/>
                </a:lnTo>
                <a:lnTo>
                  <a:pt x="831673" y="70181"/>
                </a:lnTo>
                <a:lnTo>
                  <a:pt x="820841" y="86242"/>
                </a:lnTo>
                <a:lnTo>
                  <a:pt x="804781" y="97075"/>
                </a:lnTo>
                <a:lnTo>
                  <a:pt x="785124" y="101048"/>
                </a:lnTo>
                <a:close/>
              </a:path>
              <a:path w="2672715" h="676275">
                <a:moveTo>
                  <a:pt x="2621617" y="101048"/>
                </a:moveTo>
                <a:lnTo>
                  <a:pt x="2601959" y="97075"/>
                </a:lnTo>
                <a:lnTo>
                  <a:pt x="2585898" y="86242"/>
                </a:lnTo>
                <a:lnTo>
                  <a:pt x="2575065" y="70181"/>
                </a:lnTo>
                <a:lnTo>
                  <a:pt x="2571091" y="50522"/>
                </a:lnTo>
                <a:lnTo>
                  <a:pt x="2575065" y="30864"/>
                </a:lnTo>
                <a:lnTo>
                  <a:pt x="2585898" y="14804"/>
                </a:lnTo>
                <a:lnTo>
                  <a:pt x="2601959" y="3972"/>
                </a:lnTo>
                <a:lnTo>
                  <a:pt x="2621617" y="0"/>
                </a:lnTo>
                <a:lnTo>
                  <a:pt x="2641275" y="3972"/>
                </a:lnTo>
                <a:lnTo>
                  <a:pt x="2657336" y="14804"/>
                </a:lnTo>
                <a:lnTo>
                  <a:pt x="2668169" y="30864"/>
                </a:lnTo>
                <a:lnTo>
                  <a:pt x="2672142" y="50522"/>
                </a:lnTo>
                <a:lnTo>
                  <a:pt x="2668169" y="70181"/>
                </a:lnTo>
                <a:lnTo>
                  <a:pt x="2657336" y="86242"/>
                </a:lnTo>
                <a:lnTo>
                  <a:pt x="2641275" y="97075"/>
                </a:lnTo>
                <a:lnTo>
                  <a:pt x="2621617" y="101048"/>
                </a:lnTo>
                <a:close/>
              </a:path>
              <a:path w="2672715" h="676275">
                <a:moveTo>
                  <a:pt x="417824" y="101048"/>
                </a:moveTo>
                <a:lnTo>
                  <a:pt x="398165" y="97075"/>
                </a:lnTo>
                <a:lnTo>
                  <a:pt x="382104" y="86242"/>
                </a:lnTo>
                <a:lnTo>
                  <a:pt x="371272" y="70181"/>
                </a:lnTo>
                <a:lnTo>
                  <a:pt x="367299" y="50522"/>
                </a:lnTo>
                <a:lnTo>
                  <a:pt x="371272" y="30864"/>
                </a:lnTo>
                <a:lnTo>
                  <a:pt x="382104" y="14804"/>
                </a:lnTo>
                <a:lnTo>
                  <a:pt x="398165" y="3972"/>
                </a:lnTo>
                <a:lnTo>
                  <a:pt x="417824" y="0"/>
                </a:lnTo>
                <a:lnTo>
                  <a:pt x="437482" y="3972"/>
                </a:lnTo>
                <a:lnTo>
                  <a:pt x="453542" y="14804"/>
                </a:lnTo>
                <a:lnTo>
                  <a:pt x="464374" y="30864"/>
                </a:lnTo>
                <a:lnTo>
                  <a:pt x="468347" y="50522"/>
                </a:lnTo>
                <a:lnTo>
                  <a:pt x="464374" y="70181"/>
                </a:lnTo>
                <a:lnTo>
                  <a:pt x="453542" y="86242"/>
                </a:lnTo>
                <a:lnTo>
                  <a:pt x="437482" y="97075"/>
                </a:lnTo>
                <a:lnTo>
                  <a:pt x="417824" y="101048"/>
                </a:lnTo>
                <a:close/>
              </a:path>
              <a:path w="2672715" h="676275">
                <a:moveTo>
                  <a:pt x="1519719" y="101048"/>
                </a:moveTo>
                <a:lnTo>
                  <a:pt x="1500061" y="97075"/>
                </a:lnTo>
                <a:lnTo>
                  <a:pt x="1484001" y="86242"/>
                </a:lnTo>
                <a:lnTo>
                  <a:pt x="1473169" y="70181"/>
                </a:lnTo>
                <a:lnTo>
                  <a:pt x="1469196" y="50522"/>
                </a:lnTo>
                <a:lnTo>
                  <a:pt x="1473169" y="30864"/>
                </a:lnTo>
                <a:lnTo>
                  <a:pt x="1484001" y="14804"/>
                </a:lnTo>
                <a:lnTo>
                  <a:pt x="1500061" y="3972"/>
                </a:lnTo>
                <a:lnTo>
                  <a:pt x="1519719" y="0"/>
                </a:lnTo>
                <a:lnTo>
                  <a:pt x="1539378" y="3972"/>
                </a:lnTo>
                <a:lnTo>
                  <a:pt x="1555439" y="14804"/>
                </a:lnTo>
                <a:lnTo>
                  <a:pt x="1566271" y="30864"/>
                </a:lnTo>
                <a:lnTo>
                  <a:pt x="1570244" y="50522"/>
                </a:lnTo>
                <a:lnTo>
                  <a:pt x="1566271" y="70181"/>
                </a:lnTo>
                <a:lnTo>
                  <a:pt x="1555439" y="86242"/>
                </a:lnTo>
                <a:lnTo>
                  <a:pt x="1539378" y="97075"/>
                </a:lnTo>
                <a:lnTo>
                  <a:pt x="1519719" y="101048"/>
                </a:lnTo>
                <a:close/>
              </a:path>
              <a:path w="2672715" h="676275">
                <a:moveTo>
                  <a:pt x="50525" y="101048"/>
                </a:moveTo>
                <a:lnTo>
                  <a:pt x="30867" y="97075"/>
                </a:lnTo>
                <a:lnTo>
                  <a:pt x="14806" y="86242"/>
                </a:lnTo>
                <a:lnTo>
                  <a:pt x="3973" y="70181"/>
                </a:lnTo>
                <a:lnTo>
                  <a:pt x="0" y="50522"/>
                </a:lnTo>
                <a:lnTo>
                  <a:pt x="3973" y="30864"/>
                </a:lnTo>
                <a:lnTo>
                  <a:pt x="14806" y="14804"/>
                </a:lnTo>
                <a:lnTo>
                  <a:pt x="30867" y="3972"/>
                </a:lnTo>
                <a:lnTo>
                  <a:pt x="50525" y="0"/>
                </a:lnTo>
                <a:lnTo>
                  <a:pt x="70183" y="3972"/>
                </a:lnTo>
                <a:lnTo>
                  <a:pt x="86244" y="14804"/>
                </a:lnTo>
                <a:lnTo>
                  <a:pt x="97077" y="30864"/>
                </a:lnTo>
                <a:lnTo>
                  <a:pt x="101051" y="50522"/>
                </a:lnTo>
                <a:lnTo>
                  <a:pt x="97077" y="70181"/>
                </a:lnTo>
                <a:lnTo>
                  <a:pt x="86244" y="86242"/>
                </a:lnTo>
                <a:lnTo>
                  <a:pt x="70183" y="97075"/>
                </a:lnTo>
                <a:lnTo>
                  <a:pt x="50525" y="101048"/>
                </a:lnTo>
                <a:close/>
              </a:path>
            </a:pathLst>
          </a:custGeom>
          <a:solidFill>
            <a:srgbClr val="002F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7073018" y="802307"/>
            <a:ext cx="370840" cy="1485900"/>
          </a:xfrm>
          <a:custGeom>
            <a:avLst/>
            <a:gdLst/>
            <a:ahLst/>
            <a:cxnLst/>
            <a:rect l="l" t="t" r="r" b="b"/>
            <a:pathLst>
              <a:path w="370840" h="1485900">
                <a:moveTo>
                  <a:pt x="186221" y="372442"/>
                </a:moveTo>
                <a:lnTo>
                  <a:pt x="136702" y="365793"/>
                </a:lnTo>
                <a:lnTo>
                  <a:pt x="92213" y="347026"/>
                </a:lnTo>
                <a:lnTo>
                  <a:pt x="54527" y="317914"/>
                </a:lnTo>
                <a:lnTo>
                  <a:pt x="25415" y="280228"/>
                </a:lnTo>
                <a:lnTo>
                  <a:pt x="6649" y="235740"/>
                </a:lnTo>
                <a:lnTo>
                  <a:pt x="0" y="186221"/>
                </a:lnTo>
                <a:lnTo>
                  <a:pt x="6649" y="136702"/>
                </a:lnTo>
                <a:lnTo>
                  <a:pt x="25415" y="92213"/>
                </a:lnTo>
                <a:lnTo>
                  <a:pt x="54527" y="54527"/>
                </a:lnTo>
                <a:lnTo>
                  <a:pt x="92213" y="25415"/>
                </a:lnTo>
                <a:lnTo>
                  <a:pt x="136702" y="6649"/>
                </a:lnTo>
                <a:lnTo>
                  <a:pt x="186221" y="0"/>
                </a:lnTo>
                <a:lnTo>
                  <a:pt x="235740" y="6649"/>
                </a:lnTo>
                <a:lnTo>
                  <a:pt x="280228" y="25415"/>
                </a:lnTo>
                <a:lnTo>
                  <a:pt x="317914" y="54527"/>
                </a:lnTo>
                <a:lnTo>
                  <a:pt x="347026" y="92213"/>
                </a:lnTo>
                <a:lnTo>
                  <a:pt x="365793" y="136702"/>
                </a:lnTo>
                <a:lnTo>
                  <a:pt x="370843" y="174310"/>
                </a:lnTo>
                <a:lnTo>
                  <a:pt x="370843" y="198131"/>
                </a:lnTo>
                <a:lnTo>
                  <a:pt x="347026" y="280228"/>
                </a:lnTo>
                <a:lnTo>
                  <a:pt x="317914" y="317914"/>
                </a:lnTo>
                <a:lnTo>
                  <a:pt x="280228" y="347026"/>
                </a:lnTo>
                <a:lnTo>
                  <a:pt x="235740" y="365793"/>
                </a:lnTo>
                <a:lnTo>
                  <a:pt x="186221" y="372442"/>
                </a:lnTo>
                <a:close/>
              </a:path>
              <a:path w="370840" h="1485900">
                <a:moveTo>
                  <a:pt x="186221" y="931105"/>
                </a:moveTo>
                <a:lnTo>
                  <a:pt x="136702" y="924456"/>
                </a:lnTo>
                <a:lnTo>
                  <a:pt x="92213" y="905690"/>
                </a:lnTo>
                <a:lnTo>
                  <a:pt x="54527" y="876577"/>
                </a:lnTo>
                <a:lnTo>
                  <a:pt x="25415" y="838891"/>
                </a:lnTo>
                <a:lnTo>
                  <a:pt x="6649" y="794403"/>
                </a:lnTo>
                <a:lnTo>
                  <a:pt x="0" y="744884"/>
                </a:lnTo>
                <a:lnTo>
                  <a:pt x="6649" y="695365"/>
                </a:lnTo>
                <a:lnTo>
                  <a:pt x="25415" y="650877"/>
                </a:lnTo>
                <a:lnTo>
                  <a:pt x="54527" y="613191"/>
                </a:lnTo>
                <a:lnTo>
                  <a:pt x="92213" y="584079"/>
                </a:lnTo>
                <a:lnTo>
                  <a:pt x="136702" y="565312"/>
                </a:lnTo>
                <a:lnTo>
                  <a:pt x="186221" y="558663"/>
                </a:lnTo>
                <a:lnTo>
                  <a:pt x="235740" y="565312"/>
                </a:lnTo>
                <a:lnTo>
                  <a:pt x="280228" y="584079"/>
                </a:lnTo>
                <a:lnTo>
                  <a:pt x="317914" y="613191"/>
                </a:lnTo>
                <a:lnTo>
                  <a:pt x="347026" y="650877"/>
                </a:lnTo>
                <a:lnTo>
                  <a:pt x="365793" y="695365"/>
                </a:lnTo>
                <a:lnTo>
                  <a:pt x="370843" y="732973"/>
                </a:lnTo>
                <a:lnTo>
                  <a:pt x="370843" y="756795"/>
                </a:lnTo>
                <a:lnTo>
                  <a:pt x="347026" y="838891"/>
                </a:lnTo>
                <a:lnTo>
                  <a:pt x="317914" y="876577"/>
                </a:lnTo>
                <a:lnTo>
                  <a:pt x="280228" y="905690"/>
                </a:lnTo>
                <a:lnTo>
                  <a:pt x="235740" y="924456"/>
                </a:lnTo>
                <a:lnTo>
                  <a:pt x="186221" y="931105"/>
                </a:lnTo>
                <a:close/>
              </a:path>
              <a:path w="370840" h="1485900">
                <a:moveTo>
                  <a:pt x="215038" y="1485899"/>
                </a:moveTo>
                <a:lnTo>
                  <a:pt x="157404" y="1485899"/>
                </a:lnTo>
                <a:lnTo>
                  <a:pt x="136702" y="1483120"/>
                </a:lnTo>
                <a:lnTo>
                  <a:pt x="92213" y="1464353"/>
                </a:lnTo>
                <a:lnTo>
                  <a:pt x="54527" y="1435241"/>
                </a:lnTo>
                <a:lnTo>
                  <a:pt x="25415" y="1397555"/>
                </a:lnTo>
                <a:lnTo>
                  <a:pt x="6649" y="1353067"/>
                </a:lnTo>
                <a:lnTo>
                  <a:pt x="0" y="1303548"/>
                </a:lnTo>
                <a:lnTo>
                  <a:pt x="6649" y="1254029"/>
                </a:lnTo>
                <a:lnTo>
                  <a:pt x="25415" y="1209541"/>
                </a:lnTo>
                <a:lnTo>
                  <a:pt x="54527" y="1171854"/>
                </a:lnTo>
                <a:lnTo>
                  <a:pt x="92213" y="1142742"/>
                </a:lnTo>
                <a:lnTo>
                  <a:pt x="136702" y="1123976"/>
                </a:lnTo>
                <a:lnTo>
                  <a:pt x="186221" y="1117327"/>
                </a:lnTo>
                <a:lnTo>
                  <a:pt x="235740" y="1123976"/>
                </a:lnTo>
                <a:lnTo>
                  <a:pt x="280228" y="1142742"/>
                </a:lnTo>
                <a:lnTo>
                  <a:pt x="317914" y="1171854"/>
                </a:lnTo>
                <a:lnTo>
                  <a:pt x="347026" y="1209541"/>
                </a:lnTo>
                <a:lnTo>
                  <a:pt x="365793" y="1254029"/>
                </a:lnTo>
                <a:lnTo>
                  <a:pt x="370843" y="1291637"/>
                </a:lnTo>
                <a:lnTo>
                  <a:pt x="370843" y="1315459"/>
                </a:lnTo>
                <a:lnTo>
                  <a:pt x="347026" y="1397555"/>
                </a:lnTo>
                <a:lnTo>
                  <a:pt x="317914" y="1435241"/>
                </a:lnTo>
                <a:lnTo>
                  <a:pt x="280228" y="1464353"/>
                </a:lnTo>
                <a:lnTo>
                  <a:pt x="235740" y="1483120"/>
                </a:lnTo>
                <a:lnTo>
                  <a:pt x="215038" y="14858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890019" y="4064470"/>
            <a:ext cx="7967980" cy="16040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350" spc="-770" dirty="0">
                <a:solidFill>
                  <a:srgbClr val="002F60"/>
                </a:solidFill>
              </a:rPr>
              <a:t>THANK</a:t>
            </a:r>
            <a:r>
              <a:rPr sz="10350" spc="-1585" dirty="0">
                <a:solidFill>
                  <a:srgbClr val="002F60"/>
                </a:solidFill>
              </a:rPr>
              <a:t> </a:t>
            </a:r>
            <a:r>
              <a:rPr sz="10350" spc="-1300" dirty="0">
                <a:solidFill>
                  <a:srgbClr val="002F60"/>
                </a:solidFill>
              </a:rPr>
              <a:t>Y</a:t>
            </a:r>
            <a:r>
              <a:rPr sz="10350" spc="-645" dirty="0">
                <a:solidFill>
                  <a:srgbClr val="002F60"/>
                </a:solidFill>
              </a:rPr>
              <a:t>O</a:t>
            </a:r>
            <a:r>
              <a:rPr sz="10350" spc="-640" dirty="0">
                <a:solidFill>
                  <a:srgbClr val="002F60"/>
                </a:solidFill>
              </a:rPr>
              <a:t>U</a:t>
            </a:r>
            <a:endParaRPr sz="10350"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35884" y="100099"/>
            <a:ext cx="8652114" cy="100869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2391</Words>
  <Application>WPS Presentation</Application>
  <PresentationFormat>Custom</PresentationFormat>
  <Paragraphs>75</Paragraphs>
  <Slides>10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SimSun</vt:lpstr>
      <vt:lpstr>Wingdings</vt:lpstr>
      <vt:lpstr>Arial Black</vt:lpstr>
      <vt:lpstr>Lucida Sans Unicode</vt:lpstr>
      <vt:lpstr>Times New Roman</vt:lpstr>
      <vt:lpstr>Microsoft YaHei</vt:lpstr>
      <vt:lpstr>Arial Unicode MS</vt:lpstr>
      <vt:lpstr>Calibri</vt:lpstr>
      <vt:lpstr>Office Theme</vt:lpstr>
      <vt:lpstr>BUS ATTENDANCE</vt:lpstr>
      <vt:lpstr>CONTENT</vt:lpstr>
      <vt:lpstr>PROBLEM STATEMENT :</vt:lpstr>
      <vt:lpstr>OBJECTIVES :</vt:lpstr>
      <vt:lpstr>SYSTEM ARCHITE TECTURE:</vt:lpstr>
      <vt:lpstr>TECHNOLOGIES USED :</vt:lpstr>
      <vt:lpstr>ADVANTAGES :</vt:lpstr>
      <vt:lpstr>FUTURE SCOPE :</vt:lpstr>
      <vt:lpstr>CONCLUSION :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 Text Magic Studio Magic Design for Presentations L&amp;P</dc:title>
  <dc:creator>sowmya naag</dc:creator>
  <cp:keywords>DAHC-eKxmdE,BAGoJ9Hfa-E,0</cp:keywords>
  <cp:lastModifiedBy>sowmya naag</cp:lastModifiedBy>
  <cp:revision>8</cp:revision>
  <dcterms:created xsi:type="dcterms:W3CDTF">2026-03-12T12:28:00Z</dcterms:created>
  <dcterms:modified xsi:type="dcterms:W3CDTF">2026-08-13T09:15:44Z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2026-03-12T05:30:00Z</vt:filetime>
  </property>
  <property fmtid="{D5CDD505-2E9C-101B-9397-08002B2CF9AE}" pid="3" name="Creator">
    <vt:lpwstr>Canva</vt:lpwstr>
  </property>
  <property fmtid="{D5CDD505-2E9C-101B-9397-08002B2CF9AE}" pid="4" name="LastSaved">
    <vt:filetime>2026-03-12T05:30:00Z</vt:filetime>
  </property>
  <property fmtid="{D5CDD505-2E9C-101B-9397-08002B2CF9AE}" pid="5" name="Producer">
    <vt:lpwstr>Canva</vt:lpwstr>
  </property>
  <property fmtid="{D5CDD505-2E9C-101B-9397-08002B2CF9AE}" pid="6" name="ICV">
    <vt:lpwstr>572FA2594C834920AC77A118DEEA6B87_12</vt:lpwstr>
  </property>
  <property fmtid="{D5CDD505-2E9C-101B-9397-08002B2CF9AE}" pid="7" name="KSOProductBuildVer">
    <vt:lpwstr>1033-12.1.0.28032</vt:lpwstr>
  </property>
</Properties>
</file>